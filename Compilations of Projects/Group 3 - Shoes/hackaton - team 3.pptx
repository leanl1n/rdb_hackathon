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Sugo Classic Bold" charset="1" panose="00000000000000000000"/>
      <p:regular r:id="rId20"/>
    </p:embeddedFont>
    <p:embeddedFont>
      <p:font typeface="Sugo Classic" charset="1" panose="00000000000000000000"/>
      <p:regular r:id="rId21"/>
    </p:embeddedFont>
    <p:embeddedFont>
      <p:font typeface="Open Sans" charset="1" panose="020B0606030504020204"/>
      <p:regular r:id="rId22"/>
    </p:embeddedFont>
    <p:embeddedFont>
      <p:font typeface="Open Sans Bold" charset="1" panose="020B0806030504020204"/>
      <p:regular r:id="rId23"/>
    </p:embeddedFont>
    <p:embeddedFont>
      <p:font typeface="Open Sans Italic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png" Type="http://schemas.openxmlformats.org/officeDocument/2006/relationships/image"/><Relationship Id="rId16" Target="../media/image15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7.png" Type="http://schemas.openxmlformats.org/officeDocument/2006/relationships/image"/><Relationship Id="rId11" Target="../media/image18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14" Target="../media/image21.gif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6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svg" Type="http://schemas.openxmlformats.org/officeDocument/2006/relationships/image"/><Relationship Id="rId11" Target="../media/image26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22.png" Type="http://schemas.openxmlformats.org/officeDocument/2006/relationships/image"/><Relationship Id="rId8" Target="../media/image23.svg" Type="http://schemas.openxmlformats.org/officeDocument/2006/relationships/image"/><Relationship Id="rId9" Target="../media/image2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svg" Type="http://schemas.openxmlformats.org/officeDocument/2006/relationships/image"/><Relationship Id="rId12" Target="../media/image33.png" Type="http://schemas.openxmlformats.org/officeDocument/2006/relationships/image"/><Relationship Id="rId13" Target="../media/image34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29.png" Type="http://schemas.openxmlformats.org/officeDocument/2006/relationships/image"/><Relationship Id="rId9" Target="../media/image3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35.png" Type="http://schemas.openxmlformats.org/officeDocument/2006/relationships/image"/><Relationship Id="rId7" Target="../media/image36.svg" Type="http://schemas.openxmlformats.org/officeDocument/2006/relationships/image"/><Relationship Id="rId8" Target="../media/image1.png" Type="http://schemas.openxmlformats.org/officeDocument/2006/relationships/image"/><Relationship Id="rId9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37.png" Type="http://schemas.openxmlformats.org/officeDocument/2006/relationships/image"/><Relationship Id="rId13" Target="../media/image3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6.pn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6.png" Type="http://schemas.openxmlformats.org/officeDocument/2006/relationships/image"/><Relationship Id="rId9" Target="../media/image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0.svg" Type="http://schemas.openxmlformats.org/officeDocument/2006/relationships/image"/><Relationship Id="rId11" Target="../media/image41.png" Type="http://schemas.openxmlformats.org/officeDocument/2006/relationships/image"/><Relationship Id="rId12" Target="../media/image42.svg" Type="http://schemas.openxmlformats.org/officeDocument/2006/relationships/image"/><Relationship Id="rId13" Target="../media/image43.png" Type="http://schemas.openxmlformats.org/officeDocument/2006/relationships/image"/><Relationship Id="rId14" Target="../media/image44.svg" Type="http://schemas.openxmlformats.org/officeDocument/2006/relationships/image"/><Relationship Id="rId15" Target="../media/image45.png" Type="http://schemas.openxmlformats.org/officeDocument/2006/relationships/image"/><Relationship Id="rId16" Target="../media/image46.png" Type="http://schemas.openxmlformats.org/officeDocument/2006/relationships/image"/><Relationship Id="rId17" Target="../media/image21.gif" Type="http://schemas.openxmlformats.org/officeDocument/2006/relationships/image"/><Relationship Id="rId18" Target="../media/image4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4.png" Type="http://schemas.openxmlformats.org/officeDocument/2006/relationships/image"/><Relationship Id="rId8" Target="../media/image5.svg" Type="http://schemas.openxmlformats.org/officeDocument/2006/relationships/image"/><Relationship Id="rId9" Target="../media/image3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0.png" Type="http://schemas.openxmlformats.org/officeDocument/2006/relationships/image"/><Relationship Id="rId11" Target="../media/image51.svg" Type="http://schemas.openxmlformats.org/officeDocument/2006/relationships/image"/><Relationship Id="rId12" Target="../media/image52.png" Type="http://schemas.openxmlformats.org/officeDocument/2006/relationships/image"/><Relationship Id="rId13" Target="../media/image5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Relationship Id="rId8" Target="../media/image48.png" Type="http://schemas.openxmlformats.org/officeDocument/2006/relationships/image"/><Relationship Id="rId9" Target="../media/image49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svg" Type="http://schemas.openxmlformats.org/officeDocument/2006/relationships/image"/><Relationship Id="rId11" Target="../media/image56.png" Type="http://schemas.openxmlformats.org/officeDocument/2006/relationships/image"/><Relationship Id="rId12" Target="../media/image57.svg" Type="http://schemas.openxmlformats.org/officeDocument/2006/relationships/image"/><Relationship Id="rId13" Target="../media/image58.png" Type="http://schemas.openxmlformats.org/officeDocument/2006/relationships/image"/><Relationship Id="rId14" Target="../media/image59.svg" Type="http://schemas.openxmlformats.org/officeDocument/2006/relationships/image"/><Relationship Id="rId15" Target="../media/image60.png" Type="http://schemas.openxmlformats.org/officeDocument/2006/relationships/image"/><Relationship Id="rId16" Target="../media/image61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5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62.png" Type="http://schemas.openxmlformats.org/officeDocument/2006/relationships/image"/><Relationship Id="rId9" Target="../media/image6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6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75.png" Type="http://schemas.openxmlformats.org/officeDocument/2006/relationships/image"/><Relationship Id="rId14" Target="../media/image76.svg" Type="http://schemas.openxmlformats.org/officeDocument/2006/relationships/image"/><Relationship Id="rId15" Target="../media/image77.png" Type="http://schemas.openxmlformats.org/officeDocument/2006/relationships/image"/><Relationship Id="rId16" Target="../media/image78.svg" Type="http://schemas.openxmlformats.org/officeDocument/2006/relationships/image"/><Relationship Id="rId17" Target="https://colab.research.google.com/drive/1mbvObiVvoHUbL8SCjPbQNca2gKQPBDZb?usp=sharing" TargetMode="External" Type="http://schemas.openxmlformats.org/officeDocument/2006/relationships/hyperlink"/><Relationship Id="rId18" Target="https://drive.google.com/drive/folders/1inmbzxNOOo9El0JMG6_eNyTbbZNYRoCb?usp=sharing" TargetMode="External" Type="http://schemas.openxmlformats.org/officeDocument/2006/relationships/hyperlink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3.pn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0.svg" Type="http://schemas.openxmlformats.org/officeDocument/2006/relationships/image"/><Relationship Id="rId11" Target="../media/image81.png" Type="http://schemas.openxmlformats.org/officeDocument/2006/relationships/image"/><Relationship Id="rId12" Target="../media/image82.sv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79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72.svg" Type="http://schemas.openxmlformats.org/officeDocument/2006/relationships/image"/><Relationship Id="rId11" Target="../media/image73.png" Type="http://schemas.openxmlformats.org/officeDocument/2006/relationships/image"/><Relationship Id="rId12" Target="../media/image74.svg" Type="http://schemas.openxmlformats.org/officeDocument/2006/relationships/image"/><Relationship Id="rId13" Target="../media/image75.png" Type="http://schemas.openxmlformats.org/officeDocument/2006/relationships/image"/><Relationship Id="rId14" Target="../media/image76.svg" Type="http://schemas.openxmlformats.org/officeDocument/2006/relationships/image"/><Relationship Id="rId15" Target="../media/image77.png" Type="http://schemas.openxmlformats.org/officeDocument/2006/relationships/image"/><Relationship Id="rId16" Target="../media/image78.svg" Type="http://schemas.openxmlformats.org/officeDocument/2006/relationships/image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3.png" Type="http://schemas.openxmlformats.org/officeDocument/2006/relationships/image"/><Relationship Id="rId5" Target="../media/image67.png" Type="http://schemas.openxmlformats.org/officeDocument/2006/relationships/image"/><Relationship Id="rId6" Target="../media/image68.svg" Type="http://schemas.openxmlformats.org/officeDocument/2006/relationships/image"/><Relationship Id="rId7" Target="../media/image69.png" Type="http://schemas.openxmlformats.org/officeDocument/2006/relationships/image"/><Relationship Id="rId8" Target="../media/image70.svg" Type="http://schemas.openxmlformats.org/officeDocument/2006/relationships/image"/><Relationship Id="rId9" Target="../media/image7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819166" y="-162910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0" y="0"/>
                </a:lnTo>
                <a:lnTo>
                  <a:pt x="10320250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6990" y="5229225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10320251" y="0"/>
                </a:moveTo>
                <a:lnTo>
                  <a:pt x="0" y="0"/>
                </a:lnTo>
                <a:lnTo>
                  <a:pt x="0" y="10320250"/>
                </a:lnTo>
                <a:lnTo>
                  <a:pt x="10320251" y="10320250"/>
                </a:lnTo>
                <a:lnTo>
                  <a:pt x="103202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96799">
            <a:off x="15660170" y="4752790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7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7" y="4514852"/>
                </a:lnTo>
                <a:lnTo>
                  <a:pt x="767370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77747">
            <a:off x="15935459" y="5010547"/>
            <a:ext cx="5062044" cy="4189837"/>
            <a:chOff x="0" y="0"/>
            <a:chExt cx="1333213" cy="1103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13" cy="1103496"/>
            </a:xfrm>
            <a:custGeom>
              <a:avLst/>
              <a:gdLst/>
              <a:ahLst/>
              <a:cxnLst/>
              <a:rect r="r" b="b" t="t" l="l"/>
              <a:pathLst>
                <a:path h="1103496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088202"/>
                  </a:lnTo>
                  <a:cubicBezTo>
                    <a:pt x="1333213" y="1092259"/>
                    <a:pt x="1331602" y="1096149"/>
                    <a:pt x="1328734" y="1099017"/>
                  </a:cubicBezTo>
                  <a:cubicBezTo>
                    <a:pt x="1325865" y="1101885"/>
                    <a:pt x="1321975" y="1103496"/>
                    <a:pt x="1317919" y="1103496"/>
                  </a:cubicBezTo>
                  <a:lnTo>
                    <a:pt x="15294" y="1103496"/>
                  </a:lnTo>
                  <a:cubicBezTo>
                    <a:pt x="11238" y="1103496"/>
                    <a:pt x="7348" y="1101885"/>
                    <a:pt x="4480" y="1099017"/>
                  </a:cubicBezTo>
                  <a:cubicBezTo>
                    <a:pt x="1611" y="1096149"/>
                    <a:pt x="0" y="1092259"/>
                    <a:pt x="0" y="1088202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3213" cy="1141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96799">
            <a:off x="14910558" y="309655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77747">
            <a:off x="15483130" y="4101669"/>
            <a:ext cx="5062044" cy="603669"/>
            <a:chOff x="0" y="0"/>
            <a:chExt cx="1333213" cy="158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77747">
            <a:off x="15147467" y="681914"/>
            <a:ext cx="5062044" cy="3536331"/>
            <a:chOff x="0" y="0"/>
            <a:chExt cx="1333213" cy="931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96799">
            <a:off x="-2596120" y="8669762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577747">
            <a:off x="-1286473" y="8720319"/>
            <a:ext cx="5062044" cy="3536331"/>
            <a:chOff x="0" y="0"/>
            <a:chExt cx="1333213" cy="9313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96799">
            <a:off x="-3308549" y="4321770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3" y="0"/>
                </a:lnTo>
                <a:lnTo>
                  <a:pt x="6622703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577747">
            <a:off x="-2002207" y="4339457"/>
            <a:ext cx="5062044" cy="3536331"/>
            <a:chOff x="0" y="0"/>
            <a:chExt cx="1333213" cy="9313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77747">
            <a:off x="2085632" y="3995145"/>
            <a:ext cx="945204" cy="3536331"/>
            <a:chOff x="0" y="0"/>
            <a:chExt cx="248943" cy="9313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77747">
            <a:off x="-472602" y="8931281"/>
            <a:ext cx="945204" cy="3536331"/>
            <a:chOff x="0" y="0"/>
            <a:chExt cx="248943" cy="9313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2870483" y="-23850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213113" y="7882803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75343">
            <a:off x="1387755" y="9016268"/>
            <a:ext cx="1532051" cy="1847869"/>
          </a:xfrm>
          <a:custGeom>
            <a:avLst/>
            <a:gdLst/>
            <a:ahLst/>
            <a:cxnLst/>
            <a:rect r="r" b="b" t="t" l="l"/>
            <a:pathLst>
              <a:path h="1847869" w="1532051">
                <a:moveTo>
                  <a:pt x="0" y="0"/>
                </a:moveTo>
                <a:lnTo>
                  <a:pt x="1532051" y="0"/>
                </a:lnTo>
                <a:lnTo>
                  <a:pt x="1532051" y="1847869"/>
                </a:lnTo>
                <a:lnTo>
                  <a:pt x="0" y="184786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594577">
            <a:off x="16482659" y="6391188"/>
            <a:ext cx="1725499" cy="2072105"/>
          </a:xfrm>
          <a:custGeom>
            <a:avLst/>
            <a:gdLst/>
            <a:ahLst/>
            <a:cxnLst/>
            <a:rect r="r" b="b" t="t" l="l"/>
            <a:pathLst>
              <a:path h="2072105" w="1725499">
                <a:moveTo>
                  <a:pt x="0" y="0"/>
                </a:moveTo>
                <a:lnTo>
                  <a:pt x="1725499" y="0"/>
                </a:lnTo>
                <a:lnTo>
                  <a:pt x="1725499" y="2072105"/>
                </a:lnTo>
                <a:lnTo>
                  <a:pt x="0" y="207210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587736">
            <a:off x="15990606" y="1645372"/>
            <a:ext cx="2122833" cy="2130580"/>
          </a:xfrm>
          <a:custGeom>
            <a:avLst/>
            <a:gdLst/>
            <a:ahLst/>
            <a:cxnLst/>
            <a:rect r="r" b="b" t="t" l="l"/>
            <a:pathLst>
              <a:path h="2130580" w="2122833">
                <a:moveTo>
                  <a:pt x="0" y="0"/>
                </a:moveTo>
                <a:lnTo>
                  <a:pt x="2122833" y="0"/>
                </a:lnTo>
                <a:lnTo>
                  <a:pt x="2122833" y="2130581"/>
                </a:lnTo>
                <a:lnTo>
                  <a:pt x="0" y="2130581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559738">
            <a:off x="-428731" y="5071976"/>
            <a:ext cx="1988721" cy="2140502"/>
          </a:xfrm>
          <a:custGeom>
            <a:avLst/>
            <a:gdLst/>
            <a:ahLst/>
            <a:cxnLst/>
            <a:rect r="r" b="b" t="t" l="l"/>
            <a:pathLst>
              <a:path h="2140502" w="1988721">
                <a:moveTo>
                  <a:pt x="0" y="0"/>
                </a:moveTo>
                <a:lnTo>
                  <a:pt x="1988721" y="0"/>
                </a:lnTo>
                <a:lnTo>
                  <a:pt x="1988721" y="2140502"/>
                </a:lnTo>
                <a:lnTo>
                  <a:pt x="0" y="214050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927883" y="2253591"/>
            <a:ext cx="8432234" cy="278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b="true" sz="20000" spc="400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PYTHON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00635" y="4391387"/>
            <a:ext cx="11486731" cy="2784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b="true" sz="20000" spc="400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HACKATON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43964" y="7158696"/>
            <a:ext cx="7000072" cy="558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sz="3999" spc="79">
                <a:solidFill>
                  <a:srgbClr val="74A8B3"/>
                </a:solidFill>
                <a:latin typeface="Sugo Classic"/>
                <a:ea typeface="Sugo Classic"/>
                <a:cs typeface="Sugo Classic"/>
                <a:sym typeface="Sugo Classic"/>
              </a:rPr>
              <a:t>Team 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285484">
            <a:off x="-8434371" y="-806086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0" y="0"/>
                </a:lnTo>
                <a:lnTo>
                  <a:pt x="10320250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6799">
            <a:off x="-2596120" y="8669762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77747">
            <a:off x="-1286473" y="8720319"/>
            <a:ext cx="5062044" cy="3536331"/>
            <a:chOff x="0" y="0"/>
            <a:chExt cx="1333213" cy="931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77747">
            <a:off x="-472602" y="8931281"/>
            <a:ext cx="945204" cy="3536331"/>
            <a:chOff x="0" y="0"/>
            <a:chExt cx="248943" cy="9313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49723">
            <a:off x="15932759" y="-167398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0" y="0"/>
                </a:lnTo>
                <a:lnTo>
                  <a:pt x="10320250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2080976" y="2800515"/>
            <a:ext cx="4289757" cy="2537603"/>
            <a:chOff x="0" y="0"/>
            <a:chExt cx="5719677" cy="3383471"/>
          </a:xfrm>
        </p:grpSpPr>
        <p:sp>
          <p:nvSpPr>
            <p:cNvPr name="Freeform 12" id="12"/>
            <p:cNvSpPr/>
            <p:nvPr/>
          </p:nvSpPr>
          <p:spPr>
            <a:xfrm flipH="false" flipV="false" rot="-5400000">
              <a:off x="1168103" y="-1168103"/>
              <a:ext cx="3383471" cy="5719677"/>
            </a:xfrm>
            <a:custGeom>
              <a:avLst/>
              <a:gdLst/>
              <a:ahLst/>
              <a:cxnLst/>
              <a:rect r="r" b="b" t="t" l="l"/>
              <a:pathLst>
                <a:path h="5719677" w="3383471">
                  <a:moveTo>
                    <a:pt x="0" y="0"/>
                  </a:moveTo>
                  <a:lnTo>
                    <a:pt x="3383471" y="0"/>
                  </a:lnTo>
                  <a:lnTo>
                    <a:pt x="3383471" y="5719677"/>
                  </a:lnTo>
                  <a:lnTo>
                    <a:pt x="0" y="5719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13" id="13"/>
            <p:cNvGrpSpPr/>
            <p:nvPr/>
          </p:nvGrpSpPr>
          <p:grpSpPr>
            <a:xfrm rot="0">
              <a:off x="106718" y="143792"/>
              <a:ext cx="5444588" cy="3057440"/>
              <a:chOff x="0" y="0"/>
              <a:chExt cx="2296093" cy="1289384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296093" cy="1289384"/>
              </a:xfrm>
              <a:custGeom>
                <a:avLst/>
                <a:gdLst/>
                <a:ahLst/>
                <a:cxnLst/>
                <a:rect r="r" b="b" t="t" l="l"/>
                <a:pathLst>
                  <a:path h="1289384" w="2296093">
                    <a:moveTo>
                      <a:pt x="8880" y="0"/>
                    </a:moveTo>
                    <a:lnTo>
                      <a:pt x="2287213" y="0"/>
                    </a:lnTo>
                    <a:cubicBezTo>
                      <a:pt x="2289568" y="0"/>
                      <a:pt x="2291827" y="936"/>
                      <a:pt x="2293492" y="2601"/>
                    </a:cubicBezTo>
                    <a:cubicBezTo>
                      <a:pt x="2295158" y="4266"/>
                      <a:pt x="2296093" y="6525"/>
                      <a:pt x="2296093" y="8880"/>
                    </a:cubicBezTo>
                    <a:lnTo>
                      <a:pt x="2296093" y="1280504"/>
                    </a:lnTo>
                    <a:cubicBezTo>
                      <a:pt x="2296093" y="1285409"/>
                      <a:pt x="2292117" y="1289384"/>
                      <a:pt x="2287213" y="1289384"/>
                    </a:cubicBezTo>
                    <a:lnTo>
                      <a:pt x="8880" y="1289384"/>
                    </a:lnTo>
                    <a:cubicBezTo>
                      <a:pt x="3976" y="1289384"/>
                      <a:pt x="0" y="1285409"/>
                      <a:pt x="0" y="1280504"/>
                    </a:cubicBezTo>
                    <a:lnTo>
                      <a:pt x="0" y="8880"/>
                    </a:lnTo>
                    <a:cubicBezTo>
                      <a:pt x="0" y="3976"/>
                      <a:pt x="3976" y="0"/>
                      <a:pt x="8880" y="0"/>
                    </a:cubicBezTo>
                    <a:close/>
                  </a:path>
                </a:pathLst>
              </a:custGeom>
              <a:solidFill>
                <a:srgbClr val="F8F3ED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296093" cy="13274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sp>
        <p:nvSpPr>
          <p:cNvPr name="Freeform 16" id="16"/>
          <p:cNvSpPr/>
          <p:nvPr/>
        </p:nvSpPr>
        <p:spPr>
          <a:xfrm flipH="false" flipV="false" rot="0">
            <a:off x="2255934" y="-302144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858205" y="8560607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true" flipV="false" rot="-596799">
            <a:off x="15137584" y="-2257426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-577747">
            <a:off x="15748466" y="1613714"/>
            <a:ext cx="5062044" cy="603669"/>
            <a:chOff x="0" y="0"/>
            <a:chExt cx="1333213" cy="1589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-577747">
            <a:off x="15412803" y="-1806042"/>
            <a:ext cx="5062044" cy="3536331"/>
            <a:chOff x="0" y="0"/>
            <a:chExt cx="1333213" cy="93137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-569513">
            <a:off x="16245516" y="-604911"/>
            <a:ext cx="2288521" cy="2022220"/>
          </a:xfrm>
          <a:custGeom>
            <a:avLst/>
            <a:gdLst/>
            <a:ahLst/>
            <a:cxnLst/>
            <a:rect r="r" b="b" t="t" l="l"/>
            <a:pathLst>
              <a:path h="2022220" w="2288521">
                <a:moveTo>
                  <a:pt x="0" y="0"/>
                </a:moveTo>
                <a:lnTo>
                  <a:pt x="2288521" y="0"/>
                </a:lnTo>
                <a:lnTo>
                  <a:pt x="2288521" y="2022220"/>
                </a:lnTo>
                <a:lnTo>
                  <a:pt x="0" y="202222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600923">
            <a:off x="1169306" y="9052585"/>
            <a:ext cx="1445641" cy="1743646"/>
          </a:xfrm>
          <a:custGeom>
            <a:avLst/>
            <a:gdLst/>
            <a:ahLst/>
            <a:cxnLst/>
            <a:rect r="r" b="b" t="t" l="l"/>
            <a:pathLst>
              <a:path h="1743646" w="1445641">
                <a:moveTo>
                  <a:pt x="0" y="0"/>
                </a:moveTo>
                <a:lnTo>
                  <a:pt x="1445641" y="0"/>
                </a:lnTo>
                <a:lnTo>
                  <a:pt x="1445641" y="1743646"/>
                </a:lnTo>
                <a:lnTo>
                  <a:pt x="0" y="174364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6893078" y="4069316"/>
            <a:ext cx="4289757" cy="2537603"/>
            <a:chOff x="0" y="0"/>
            <a:chExt cx="5719677" cy="3383471"/>
          </a:xfrm>
        </p:grpSpPr>
        <p:sp>
          <p:nvSpPr>
            <p:cNvPr name="Freeform 28" id="28"/>
            <p:cNvSpPr/>
            <p:nvPr/>
          </p:nvSpPr>
          <p:spPr>
            <a:xfrm flipH="false" flipV="false" rot="-5400000">
              <a:off x="1168103" y="-1168103"/>
              <a:ext cx="3383471" cy="5719677"/>
            </a:xfrm>
            <a:custGeom>
              <a:avLst/>
              <a:gdLst/>
              <a:ahLst/>
              <a:cxnLst/>
              <a:rect r="r" b="b" t="t" l="l"/>
              <a:pathLst>
                <a:path h="5719677" w="3383471">
                  <a:moveTo>
                    <a:pt x="0" y="0"/>
                  </a:moveTo>
                  <a:lnTo>
                    <a:pt x="3383471" y="0"/>
                  </a:lnTo>
                  <a:lnTo>
                    <a:pt x="3383471" y="5719677"/>
                  </a:lnTo>
                  <a:lnTo>
                    <a:pt x="0" y="5719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29" id="29"/>
            <p:cNvGrpSpPr/>
            <p:nvPr/>
          </p:nvGrpSpPr>
          <p:grpSpPr>
            <a:xfrm rot="0">
              <a:off x="106718" y="143792"/>
              <a:ext cx="5444588" cy="3057440"/>
              <a:chOff x="0" y="0"/>
              <a:chExt cx="2296093" cy="1289384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2296093" cy="1289384"/>
              </a:xfrm>
              <a:custGeom>
                <a:avLst/>
                <a:gdLst/>
                <a:ahLst/>
                <a:cxnLst/>
                <a:rect r="r" b="b" t="t" l="l"/>
                <a:pathLst>
                  <a:path h="1289384" w="2296093">
                    <a:moveTo>
                      <a:pt x="8880" y="0"/>
                    </a:moveTo>
                    <a:lnTo>
                      <a:pt x="2287213" y="0"/>
                    </a:lnTo>
                    <a:cubicBezTo>
                      <a:pt x="2289568" y="0"/>
                      <a:pt x="2291827" y="936"/>
                      <a:pt x="2293492" y="2601"/>
                    </a:cubicBezTo>
                    <a:cubicBezTo>
                      <a:pt x="2295158" y="4266"/>
                      <a:pt x="2296093" y="6525"/>
                      <a:pt x="2296093" y="8880"/>
                    </a:cubicBezTo>
                    <a:lnTo>
                      <a:pt x="2296093" y="1280504"/>
                    </a:lnTo>
                    <a:cubicBezTo>
                      <a:pt x="2296093" y="1285409"/>
                      <a:pt x="2292117" y="1289384"/>
                      <a:pt x="2287213" y="1289384"/>
                    </a:cubicBezTo>
                    <a:lnTo>
                      <a:pt x="8880" y="1289384"/>
                    </a:lnTo>
                    <a:cubicBezTo>
                      <a:pt x="3976" y="1289384"/>
                      <a:pt x="0" y="1285409"/>
                      <a:pt x="0" y="1280504"/>
                    </a:cubicBezTo>
                    <a:lnTo>
                      <a:pt x="0" y="8880"/>
                    </a:lnTo>
                    <a:cubicBezTo>
                      <a:pt x="0" y="3976"/>
                      <a:pt x="3976" y="0"/>
                      <a:pt x="8880" y="0"/>
                    </a:cubicBezTo>
                    <a:close/>
                  </a:path>
                </a:pathLst>
              </a:custGeom>
              <a:solidFill>
                <a:srgbClr val="F8F3ED"/>
              </a:solidFill>
            </p:spPr>
          </p:sp>
          <p:sp>
            <p:nvSpPr>
              <p:cNvPr name="TextBox 31" id="31"/>
              <p:cNvSpPr txBox="true"/>
              <p:nvPr/>
            </p:nvSpPr>
            <p:spPr>
              <a:xfrm>
                <a:off x="0" y="-38100"/>
                <a:ext cx="2296093" cy="13274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grpSp>
        <p:nvGrpSpPr>
          <p:cNvPr name="Group 32" id="32"/>
          <p:cNvGrpSpPr/>
          <p:nvPr/>
        </p:nvGrpSpPr>
        <p:grpSpPr>
          <a:xfrm rot="0">
            <a:off x="11804685" y="5589468"/>
            <a:ext cx="4289757" cy="2537603"/>
            <a:chOff x="0" y="0"/>
            <a:chExt cx="5719677" cy="3383471"/>
          </a:xfrm>
        </p:grpSpPr>
        <p:sp>
          <p:nvSpPr>
            <p:cNvPr name="Freeform 33" id="33"/>
            <p:cNvSpPr/>
            <p:nvPr/>
          </p:nvSpPr>
          <p:spPr>
            <a:xfrm flipH="false" flipV="false" rot="-5400000">
              <a:off x="1168103" y="-1168103"/>
              <a:ext cx="3383471" cy="5719677"/>
            </a:xfrm>
            <a:custGeom>
              <a:avLst/>
              <a:gdLst/>
              <a:ahLst/>
              <a:cxnLst/>
              <a:rect r="r" b="b" t="t" l="l"/>
              <a:pathLst>
                <a:path h="5719677" w="3383471">
                  <a:moveTo>
                    <a:pt x="0" y="0"/>
                  </a:moveTo>
                  <a:lnTo>
                    <a:pt x="3383471" y="0"/>
                  </a:lnTo>
                  <a:lnTo>
                    <a:pt x="3383471" y="5719677"/>
                  </a:lnTo>
                  <a:lnTo>
                    <a:pt x="0" y="5719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grpSp>
          <p:nvGrpSpPr>
            <p:cNvPr name="Group 34" id="34"/>
            <p:cNvGrpSpPr/>
            <p:nvPr/>
          </p:nvGrpSpPr>
          <p:grpSpPr>
            <a:xfrm rot="0">
              <a:off x="106718" y="143792"/>
              <a:ext cx="5444588" cy="3057440"/>
              <a:chOff x="0" y="0"/>
              <a:chExt cx="2296093" cy="1289384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2296093" cy="1289384"/>
              </a:xfrm>
              <a:custGeom>
                <a:avLst/>
                <a:gdLst/>
                <a:ahLst/>
                <a:cxnLst/>
                <a:rect r="r" b="b" t="t" l="l"/>
                <a:pathLst>
                  <a:path h="1289384" w="2296093">
                    <a:moveTo>
                      <a:pt x="8880" y="0"/>
                    </a:moveTo>
                    <a:lnTo>
                      <a:pt x="2287213" y="0"/>
                    </a:lnTo>
                    <a:cubicBezTo>
                      <a:pt x="2289568" y="0"/>
                      <a:pt x="2291827" y="936"/>
                      <a:pt x="2293492" y="2601"/>
                    </a:cubicBezTo>
                    <a:cubicBezTo>
                      <a:pt x="2295158" y="4266"/>
                      <a:pt x="2296093" y="6525"/>
                      <a:pt x="2296093" y="8880"/>
                    </a:cubicBezTo>
                    <a:lnTo>
                      <a:pt x="2296093" y="1280504"/>
                    </a:lnTo>
                    <a:cubicBezTo>
                      <a:pt x="2296093" y="1285409"/>
                      <a:pt x="2292117" y="1289384"/>
                      <a:pt x="2287213" y="1289384"/>
                    </a:cubicBezTo>
                    <a:lnTo>
                      <a:pt x="8880" y="1289384"/>
                    </a:lnTo>
                    <a:cubicBezTo>
                      <a:pt x="3976" y="1289384"/>
                      <a:pt x="0" y="1285409"/>
                      <a:pt x="0" y="1280504"/>
                    </a:cubicBezTo>
                    <a:lnTo>
                      <a:pt x="0" y="8880"/>
                    </a:lnTo>
                    <a:cubicBezTo>
                      <a:pt x="0" y="3976"/>
                      <a:pt x="3976" y="0"/>
                      <a:pt x="8880" y="0"/>
                    </a:cubicBezTo>
                    <a:close/>
                  </a:path>
                </a:pathLst>
              </a:custGeom>
              <a:solidFill>
                <a:srgbClr val="F8F3ED"/>
              </a:solidFill>
            </p:spPr>
          </p:sp>
          <p:sp>
            <p:nvSpPr>
              <p:cNvPr name="TextBox 36" id="36"/>
              <p:cNvSpPr txBox="true"/>
              <p:nvPr/>
            </p:nvSpPr>
            <p:spPr>
              <a:xfrm>
                <a:off x="0" y="-38100"/>
                <a:ext cx="2296093" cy="132748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</a:p>
            </p:txBody>
          </p:sp>
        </p:grpSp>
      </p:grpSp>
      <p:pic>
        <p:nvPicPr>
          <p:cNvPr name="Picture 37" id="37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3516105">
            <a:off x="6147931" y="3374834"/>
            <a:ext cx="1490295" cy="1436858"/>
          </a:xfrm>
          <a:prstGeom prst="rect">
            <a:avLst/>
          </a:prstGeom>
        </p:spPr>
      </p:pic>
      <p:sp>
        <p:nvSpPr>
          <p:cNvPr name="TextBox 38" id="38"/>
          <p:cNvSpPr txBox="true"/>
          <p:nvPr/>
        </p:nvSpPr>
        <p:spPr>
          <a:xfrm rot="0">
            <a:off x="1370768" y="1162785"/>
            <a:ext cx="14494016" cy="1704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271"/>
              </a:lnSpc>
            </a:pPr>
            <a:r>
              <a:rPr lang="en-US" b="true" sz="12271" spc="245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BUILDING OUR CODES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20307" y="3405558"/>
            <a:ext cx="3744074" cy="1280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Fixed H</a:t>
            </a:r>
            <a:r>
              <a:rPr lang="en-US" b="true" sz="36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ackathon Sample Code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7165920" y="4331325"/>
            <a:ext cx="3744074" cy="1918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m</a:t>
            </a:r>
            <a:r>
              <a:rPr lang="en-US" b="true" sz="36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ap out data-quality problems and real-world scenario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007843" y="5878782"/>
            <a:ext cx="3856941" cy="1863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U</a:t>
            </a:r>
            <a:r>
              <a:rPr lang="en-US" b="true" sz="35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pdate the code and workflow to create clean &amp; consistent data.</a:t>
            </a:r>
          </a:p>
        </p:txBody>
      </p:sp>
      <p:pic>
        <p:nvPicPr>
          <p:cNvPr name="Picture 42" id="42"/>
          <p:cNvPicPr>
            <a:picLocks noChangeAspect="true"/>
          </p:cNvPicPr>
          <p:nvPr/>
        </p:nvPicPr>
        <p:blipFill>
          <a:blip r:embed="rId14"/>
          <a:srcRect l="0" t="0" r="0" b="0"/>
          <a:stretch>
            <a:fillRect/>
          </a:stretch>
        </p:blipFill>
        <p:spPr>
          <a:xfrm flipH="false" flipV="false" rot="3516105">
            <a:off x="11059537" y="4871039"/>
            <a:ext cx="1490295" cy="143685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54712" y="-44089"/>
            <a:ext cx="10558558" cy="10558558"/>
          </a:xfrm>
          <a:custGeom>
            <a:avLst/>
            <a:gdLst/>
            <a:ahLst/>
            <a:cxnLst/>
            <a:rect r="r" b="b" t="t" l="l"/>
            <a:pathLst>
              <a:path h="10558558" w="10558558">
                <a:moveTo>
                  <a:pt x="0" y="0"/>
                </a:moveTo>
                <a:lnTo>
                  <a:pt x="10558557" y="0"/>
                </a:lnTo>
                <a:lnTo>
                  <a:pt x="10558557" y="10558558"/>
                </a:lnTo>
                <a:lnTo>
                  <a:pt x="0" y="1055855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96799">
            <a:off x="14805999" y="5370803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7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7" y="4514852"/>
                </a:lnTo>
                <a:lnTo>
                  <a:pt x="767370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77747">
            <a:off x="15081288" y="5628560"/>
            <a:ext cx="5062044" cy="4189837"/>
            <a:chOff x="0" y="0"/>
            <a:chExt cx="1333213" cy="1103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213" cy="1103496"/>
            </a:xfrm>
            <a:custGeom>
              <a:avLst/>
              <a:gdLst/>
              <a:ahLst/>
              <a:cxnLst/>
              <a:rect r="r" b="b" t="t" l="l"/>
              <a:pathLst>
                <a:path h="1103496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088202"/>
                  </a:lnTo>
                  <a:cubicBezTo>
                    <a:pt x="1333213" y="1092259"/>
                    <a:pt x="1331602" y="1096149"/>
                    <a:pt x="1328734" y="1099017"/>
                  </a:cubicBezTo>
                  <a:cubicBezTo>
                    <a:pt x="1325865" y="1101885"/>
                    <a:pt x="1321975" y="1103496"/>
                    <a:pt x="1317919" y="1103496"/>
                  </a:cubicBezTo>
                  <a:lnTo>
                    <a:pt x="15294" y="1103496"/>
                  </a:lnTo>
                  <a:cubicBezTo>
                    <a:pt x="11238" y="1103496"/>
                    <a:pt x="7348" y="1101885"/>
                    <a:pt x="4480" y="1099017"/>
                  </a:cubicBezTo>
                  <a:cubicBezTo>
                    <a:pt x="1611" y="1096149"/>
                    <a:pt x="0" y="1092259"/>
                    <a:pt x="0" y="1088202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33213" cy="1141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596799">
            <a:off x="15425168" y="302915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7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7" y="4514852"/>
                </a:lnTo>
                <a:lnTo>
                  <a:pt x="767370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77747">
            <a:off x="16047446" y="4211931"/>
            <a:ext cx="5062044" cy="603669"/>
            <a:chOff x="0" y="0"/>
            <a:chExt cx="1333213" cy="158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77747">
            <a:off x="15711783" y="792175"/>
            <a:ext cx="5062044" cy="3536331"/>
            <a:chOff x="0" y="0"/>
            <a:chExt cx="1333213" cy="9313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09963" y="779347"/>
            <a:ext cx="15622654" cy="10482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2"/>
              </a:lnSpc>
            </a:pPr>
            <a:r>
              <a:rPr lang="en-US" b="true" sz="7422" spc="148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PROBLEM: COMPLEX MULTI-MARKET REPORT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657225" y="89645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571633">
            <a:off x="16537741" y="1785517"/>
            <a:ext cx="2571750" cy="2057400"/>
          </a:xfrm>
          <a:custGeom>
            <a:avLst/>
            <a:gdLst/>
            <a:ahLst/>
            <a:cxnLst/>
            <a:rect r="r" b="b" t="t" l="l"/>
            <a:pathLst>
              <a:path h="2057400" w="2571750">
                <a:moveTo>
                  <a:pt x="0" y="0"/>
                </a:moveTo>
                <a:lnTo>
                  <a:pt x="2571750" y="0"/>
                </a:lnTo>
                <a:lnTo>
                  <a:pt x="25717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519783">
            <a:off x="16282827" y="6321490"/>
            <a:ext cx="2769097" cy="2836133"/>
          </a:xfrm>
          <a:custGeom>
            <a:avLst/>
            <a:gdLst/>
            <a:ahLst/>
            <a:cxnLst/>
            <a:rect r="r" b="b" t="t" l="l"/>
            <a:pathLst>
              <a:path h="2836133" w="2769097">
                <a:moveTo>
                  <a:pt x="0" y="0"/>
                </a:moveTo>
                <a:lnTo>
                  <a:pt x="2769097" y="0"/>
                </a:lnTo>
                <a:lnTo>
                  <a:pt x="2769097" y="2836133"/>
                </a:lnTo>
                <a:lnTo>
                  <a:pt x="0" y="28361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669118" y="4942375"/>
            <a:ext cx="12350555" cy="2101056"/>
          </a:xfrm>
          <a:custGeom>
            <a:avLst/>
            <a:gdLst/>
            <a:ahLst/>
            <a:cxnLst/>
            <a:rect r="r" b="b" t="t" l="l"/>
            <a:pathLst>
              <a:path h="2101056" w="12350555">
                <a:moveTo>
                  <a:pt x="0" y="0"/>
                </a:moveTo>
                <a:lnTo>
                  <a:pt x="12350555" y="0"/>
                </a:lnTo>
                <a:lnTo>
                  <a:pt x="12350555" y="2101056"/>
                </a:lnTo>
                <a:lnTo>
                  <a:pt x="0" y="210105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00175" y="3328435"/>
            <a:ext cx="11904479" cy="4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050"/>
              </a:lnSpc>
              <a:buFont typeface="Arial"/>
              <a:buChar char="•"/>
            </a:pP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Create an </a:t>
            </a:r>
            <a:r>
              <a:rPr lang="en-US" b="true" sz="3000" spc="179" u="sng">
                <a:solidFill>
                  <a:srgbClr val="F8F3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annual report</a:t>
            </a: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 across multiple markets.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69118" y="4247047"/>
            <a:ext cx="8816699" cy="4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12-month data = multiple export files.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9963" y="7541589"/>
            <a:ext cx="14356567" cy="4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Shoes = </a:t>
            </a:r>
            <a:r>
              <a:rPr lang="en-US" sz="3000" i="true" spc="179">
                <a:solidFill>
                  <a:srgbClr val="F8F3E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multiple brands</a:t>
            </a: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-US" sz="3000" i="true" spc="179">
                <a:solidFill>
                  <a:srgbClr val="F8F3E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multiple market</a:t>
            </a: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r>
              <a:rPr lang="en-US" sz="3000" spc="179" b="true">
                <a:solidFill>
                  <a:srgbClr val="F8F3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multiple export searches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928489" y="8436976"/>
            <a:ext cx="7319516" cy="573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00"/>
              </a:lnSpc>
            </a:pPr>
            <a:r>
              <a:rPr lang="en-US" b="true" sz="3407" spc="204">
                <a:solidFill>
                  <a:srgbClr val="F6CEA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= multiple people will export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09963" y="1779950"/>
            <a:ext cx="14682948" cy="4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4"/>
              </a:lnSpc>
            </a:pPr>
            <a:r>
              <a:rPr lang="en-US" sz="2699" spc="161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Annual reporting requires handling multiple datasets across brands and markets.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0252" y="2642990"/>
            <a:ext cx="1591890" cy="58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500" spc="210" b="true">
                <a:solidFill>
                  <a:srgbClr val="F8F3E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Tasks: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1154">
            <a:off x="-175010" y="8458500"/>
            <a:ext cx="20621450" cy="10320250"/>
            <a:chOff x="0" y="0"/>
            <a:chExt cx="27495267" cy="13760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5428">
            <a:off x="1032283" y="6301483"/>
            <a:ext cx="5062044" cy="533711"/>
            <a:chOff x="0" y="0"/>
            <a:chExt cx="1333213" cy="14056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13" cy="140566"/>
            </a:xfrm>
            <a:custGeom>
              <a:avLst/>
              <a:gdLst/>
              <a:ahLst/>
              <a:cxnLst/>
              <a:rect r="r" b="b" t="t" l="l"/>
              <a:pathLst>
                <a:path h="140566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25272"/>
                  </a:lnTo>
                  <a:cubicBezTo>
                    <a:pt x="1333213" y="129328"/>
                    <a:pt x="1331602" y="133218"/>
                    <a:pt x="1328734" y="136086"/>
                  </a:cubicBezTo>
                  <a:cubicBezTo>
                    <a:pt x="1325865" y="138954"/>
                    <a:pt x="1321975" y="140566"/>
                    <a:pt x="1317919" y="140566"/>
                  </a:cubicBezTo>
                  <a:lnTo>
                    <a:pt x="15294" y="140566"/>
                  </a:lnTo>
                  <a:cubicBezTo>
                    <a:pt x="11238" y="140566"/>
                    <a:pt x="7348" y="138954"/>
                    <a:pt x="4480" y="136086"/>
                  </a:cubicBezTo>
                  <a:cubicBezTo>
                    <a:pt x="1611" y="133218"/>
                    <a:pt x="0" y="129328"/>
                    <a:pt x="0" y="125272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3213" cy="1786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28">
            <a:off x="1031284" y="2783140"/>
            <a:ext cx="5062044" cy="3536331"/>
            <a:chOff x="0" y="0"/>
            <a:chExt cx="1333213" cy="9313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28">
            <a:off x="6614012" y="6231524"/>
            <a:ext cx="5062044" cy="577689"/>
            <a:chOff x="0" y="0"/>
            <a:chExt cx="1333213" cy="15214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3213" cy="152149"/>
            </a:xfrm>
            <a:custGeom>
              <a:avLst/>
              <a:gdLst/>
              <a:ahLst/>
              <a:cxnLst/>
              <a:rect r="r" b="b" t="t" l="l"/>
              <a:pathLst>
                <a:path h="15214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36854"/>
                  </a:lnTo>
                  <a:cubicBezTo>
                    <a:pt x="1333213" y="140911"/>
                    <a:pt x="1331602" y="144801"/>
                    <a:pt x="1328734" y="147669"/>
                  </a:cubicBezTo>
                  <a:cubicBezTo>
                    <a:pt x="1325865" y="150537"/>
                    <a:pt x="1321975" y="152149"/>
                    <a:pt x="1317919" y="152149"/>
                  </a:cubicBezTo>
                  <a:lnTo>
                    <a:pt x="15294" y="152149"/>
                  </a:lnTo>
                  <a:cubicBezTo>
                    <a:pt x="11238" y="152149"/>
                    <a:pt x="7348" y="150537"/>
                    <a:pt x="4480" y="147669"/>
                  </a:cubicBezTo>
                  <a:cubicBezTo>
                    <a:pt x="1611" y="144801"/>
                    <a:pt x="0" y="140911"/>
                    <a:pt x="0" y="136854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3213" cy="1902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28">
            <a:off x="6612978" y="2757160"/>
            <a:ext cx="5062044" cy="3536331"/>
            <a:chOff x="0" y="0"/>
            <a:chExt cx="1333213" cy="9313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28">
            <a:off x="12195521" y="6231524"/>
            <a:ext cx="5062044" cy="603669"/>
            <a:chOff x="0" y="0"/>
            <a:chExt cx="1333213" cy="158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28">
            <a:off x="12194467" y="2783140"/>
            <a:ext cx="5062044" cy="3536331"/>
            <a:chOff x="0" y="0"/>
            <a:chExt cx="1333213" cy="9313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204695">
            <a:off x="-1866489" y="-9488422"/>
            <a:ext cx="20621450" cy="10320250"/>
            <a:chOff x="0" y="0"/>
            <a:chExt cx="27495267" cy="13760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-2512533" y="1729716"/>
            <a:ext cx="3413784" cy="3413784"/>
          </a:xfrm>
          <a:custGeom>
            <a:avLst/>
            <a:gdLst/>
            <a:ahLst/>
            <a:cxnLst/>
            <a:rect r="r" b="b" t="t" l="l"/>
            <a:pathLst>
              <a:path h="3413784" w="3413784">
                <a:moveTo>
                  <a:pt x="0" y="0"/>
                </a:moveTo>
                <a:lnTo>
                  <a:pt x="3413783" y="0"/>
                </a:lnTo>
                <a:lnTo>
                  <a:pt x="3413783" y="3413784"/>
                </a:lnTo>
                <a:lnTo>
                  <a:pt x="0" y="341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760944" y="1739"/>
            <a:ext cx="2869039" cy="2869039"/>
          </a:xfrm>
          <a:custGeom>
            <a:avLst/>
            <a:gdLst/>
            <a:ahLst/>
            <a:cxnLst/>
            <a:rect r="r" b="b" t="t" l="l"/>
            <a:pathLst>
              <a:path h="2869039" w="2869039">
                <a:moveTo>
                  <a:pt x="0" y="0"/>
                </a:moveTo>
                <a:lnTo>
                  <a:pt x="2869039" y="0"/>
                </a:lnTo>
                <a:lnTo>
                  <a:pt x="2869039" y="2869038"/>
                </a:lnTo>
                <a:lnTo>
                  <a:pt x="0" y="286903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436746" y="2972488"/>
            <a:ext cx="2251529" cy="2251529"/>
          </a:xfrm>
          <a:custGeom>
            <a:avLst/>
            <a:gdLst/>
            <a:ahLst/>
            <a:cxnLst/>
            <a:rect r="r" b="b" t="t" l="l"/>
            <a:pathLst>
              <a:path h="2251529" w="2251529">
                <a:moveTo>
                  <a:pt x="0" y="0"/>
                </a:moveTo>
                <a:lnTo>
                  <a:pt x="2251530" y="0"/>
                </a:lnTo>
                <a:lnTo>
                  <a:pt x="2251530" y="2251530"/>
                </a:lnTo>
                <a:lnTo>
                  <a:pt x="0" y="225153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7958904" y="3054803"/>
            <a:ext cx="2372301" cy="2251529"/>
          </a:xfrm>
          <a:custGeom>
            <a:avLst/>
            <a:gdLst/>
            <a:ahLst/>
            <a:cxnLst/>
            <a:rect r="r" b="b" t="t" l="l"/>
            <a:pathLst>
              <a:path h="2251529" w="2372301">
                <a:moveTo>
                  <a:pt x="0" y="0"/>
                </a:moveTo>
                <a:lnTo>
                  <a:pt x="2372301" y="0"/>
                </a:lnTo>
                <a:lnTo>
                  <a:pt x="2372301" y="2251529"/>
                </a:lnTo>
                <a:lnTo>
                  <a:pt x="0" y="22515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604065" y="3054803"/>
            <a:ext cx="2251529" cy="2251529"/>
          </a:xfrm>
          <a:custGeom>
            <a:avLst/>
            <a:gdLst/>
            <a:ahLst/>
            <a:cxnLst/>
            <a:rect r="r" b="b" t="t" l="l"/>
            <a:pathLst>
              <a:path h="2251529" w="2251529">
                <a:moveTo>
                  <a:pt x="0" y="0"/>
                </a:moveTo>
                <a:lnTo>
                  <a:pt x="2251529" y="0"/>
                </a:lnTo>
                <a:lnTo>
                  <a:pt x="2251529" y="2251529"/>
                </a:lnTo>
                <a:lnTo>
                  <a:pt x="0" y="225152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185048" y="3828402"/>
            <a:ext cx="1931343" cy="1103119"/>
          </a:xfrm>
          <a:custGeom>
            <a:avLst/>
            <a:gdLst/>
            <a:ahLst/>
            <a:cxnLst/>
            <a:rect r="r" b="b" t="t" l="l"/>
            <a:pathLst>
              <a:path h="1103119" w="1931343">
                <a:moveTo>
                  <a:pt x="0" y="0"/>
                </a:moveTo>
                <a:lnTo>
                  <a:pt x="1931343" y="0"/>
                </a:lnTo>
                <a:lnTo>
                  <a:pt x="1931343" y="1103119"/>
                </a:lnTo>
                <a:lnTo>
                  <a:pt x="0" y="1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491567" y="5363482"/>
            <a:ext cx="4143996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144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DOWNLOAD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072002" y="5392057"/>
            <a:ext cx="4143996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144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SEND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58886" y="5445796"/>
            <a:ext cx="4143996" cy="1011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144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DOWNLOAD</a:t>
            </a:r>
          </a:p>
        </p:txBody>
      </p:sp>
      <p:sp>
        <p:nvSpPr>
          <p:cNvPr name="Freeform 35" id="35"/>
          <p:cNvSpPr/>
          <p:nvPr/>
        </p:nvSpPr>
        <p:spPr>
          <a:xfrm flipH="false" flipV="false" rot="0">
            <a:off x="11169405" y="4421559"/>
            <a:ext cx="1931343" cy="1103119"/>
          </a:xfrm>
          <a:custGeom>
            <a:avLst/>
            <a:gdLst/>
            <a:ahLst/>
            <a:cxnLst/>
            <a:rect r="r" b="b" t="t" l="l"/>
            <a:pathLst>
              <a:path h="1103119" w="1931343">
                <a:moveTo>
                  <a:pt x="0" y="0"/>
                </a:moveTo>
                <a:lnTo>
                  <a:pt x="1931343" y="0"/>
                </a:lnTo>
                <a:lnTo>
                  <a:pt x="1931343" y="1103119"/>
                </a:lnTo>
                <a:lnTo>
                  <a:pt x="0" y="110311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6" id="36"/>
          <p:cNvSpPr txBox="true"/>
          <p:nvPr/>
        </p:nvSpPr>
        <p:spPr>
          <a:xfrm rot="0">
            <a:off x="5011875" y="1532454"/>
            <a:ext cx="8940999" cy="6883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19"/>
              </a:lnSpc>
            </a:pPr>
            <a:r>
              <a:rPr lang="en-US" b="true" sz="4162" spc="249">
                <a:solidFill>
                  <a:srgbClr val="FFFFFF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Manual file transfers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72625" y="1687912"/>
            <a:ext cx="3413784" cy="3413784"/>
          </a:xfrm>
          <a:custGeom>
            <a:avLst/>
            <a:gdLst/>
            <a:ahLst/>
            <a:cxnLst/>
            <a:rect r="r" b="b" t="t" l="l"/>
            <a:pathLst>
              <a:path h="3413784" w="3413784">
                <a:moveTo>
                  <a:pt x="0" y="0"/>
                </a:moveTo>
                <a:lnTo>
                  <a:pt x="3413784" y="0"/>
                </a:lnTo>
                <a:lnTo>
                  <a:pt x="3413784" y="3413784"/>
                </a:lnTo>
                <a:lnTo>
                  <a:pt x="0" y="3413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5074891"/>
            <a:ext cx="3609139" cy="3609139"/>
          </a:xfrm>
          <a:custGeom>
            <a:avLst/>
            <a:gdLst/>
            <a:ahLst/>
            <a:cxnLst/>
            <a:rect r="r" b="b" t="t" l="l"/>
            <a:pathLst>
              <a:path h="3609139" w="3609139">
                <a:moveTo>
                  <a:pt x="0" y="0"/>
                </a:moveTo>
                <a:lnTo>
                  <a:pt x="3609139" y="0"/>
                </a:lnTo>
                <a:lnTo>
                  <a:pt x="3609139" y="3609139"/>
                </a:lnTo>
                <a:lnTo>
                  <a:pt x="0" y="3609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541159" y="4307706"/>
            <a:ext cx="3994542" cy="2571754"/>
            <a:chOff x="0" y="0"/>
            <a:chExt cx="1052060" cy="6773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52060" cy="677334"/>
            </a:xfrm>
            <a:custGeom>
              <a:avLst/>
              <a:gdLst/>
              <a:ahLst/>
              <a:cxnLst/>
              <a:rect r="r" b="b" t="t" l="l"/>
              <a:pathLst>
                <a:path h="677334" w="1052060">
                  <a:moveTo>
                    <a:pt x="19381" y="0"/>
                  </a:moveTo>
                  <a:lnTo>
                    <a:pt x="1032679" y="0"/>
                  </a:lnTo>
                  <a:cubicBezTo>
                    <a:pt x="1037819" y="0"/>
                    <a:pt x="1042749" y="2042"/>
                    <a:pt x="1046384" y="5677"/>
                  </a:cubicBezTo>
                  <a:cubicBezTo>
                    <a:pt x="1050018" y="9311"/>
                    <a:pt x="1052060" y="14241"/>
                    <a:pt x="1052060" y="19381"/>
                  </a:cubicBezTo>
                  <a:lnTo>
                    <a:pt x="1052060" y="657953"/>
                  </a:lnTo>
                  <a:cubicBezTo>
                    <a:pt x="1052060" y="668657"/>
                    <a:pt x="1043383" y="677334"/>
                    <a:pt x="1032679" y="677334"/>
                  </a:cubicBezTo>
                  <a:lnTo>
                    <a:pt x="19381" y="677334"/>
                  </a:lnTo>
                  <a:cubicBezTo>
                    <a:pt x="8677" y="677334"/>
                    <a:pt x="0" y="668657"/>
                    <a:pt x="0" y="657953"/>
                  </a:cubicBezTo>
                  <a:lnTo>
                    <a:pt x="0" y="19381"/>
                  </a:lnTo>
                  <a:cubicBezTo>
                    <a:pt x="0" y="8677"/>
                    <a:pt x="8677" y="0"/>
                    <a:pt x="19381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52060" cy="71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2479108" y="3606628"/>
            <a:ext cx="2118643" cy="1402156"/>
          </a:xfrm>
          <a:custGeom>
            <a:avLst/>
            <a:gdLst/>
            <a:ahLst/>
            <a:cxnLst/>
            <a:rect r="r" b="b" t="t" l="l"/>
            <a:pathLst>
              <a:path h="1402156" w="2118643">
                <a:moveTo>
                  <a:pt x="0" y="0"/>
                </a:moveTo>
                <a:lnTo>
                  <a:pt x="2118643" y="0"/>
                </a:lnTo>
                <a:lnTo>
                  <a:pt x="2118643" y="1402156"/>
                </a:lnTo>
                <a:lnTo>
                  <a:pt x="0" y="1402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39130" y="4050425"/>
            <a:ext cx="1198599" cy="56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 spc="79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01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146077" y="4307706"/>
            <a:ext cx="3994542" cy="2571754"/>
            <a:chOff x="0" y="0"/>
            <a:chExt cx="1052060" cy="67733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2060" cy="677334"/>
            </a:xfrm>
            <a:custGeom>
              <a:avLst/>
              <a:gdLst/>
              <a:ahLst/>
              <a:cxnLst/>
              <a:rect r="r" b="b" t="t" l="l"/>
              <a:pathLst>
                <a:path h="677334" w="1052060">
                  <a:moveTo>
                    <a:pt x="19381" y="0"/>
                  </a:moveTo>
                  <a:lnTo>
                    <a:pt x="1032679" y="0"/>
                  </a:lnTo>
                  <a:cubicBezTo>
                    <a:pt x="1037819" y="0"/>
                    <a:pt x="1042749" y="2042"/>
                    <a:pt x="1046384" y="5677"/>
                  </a:cubicBezTo>
                  <a:cubicBezTo>
                    <a:pt x="1050018" y="9311"/>
                    <a:pt x="1052060" y="14241"/>
                    <a:pt x="1052060" y="19381"/>
                  </a:cubicBezTo>
                  <a:lnTo>
                    <a:pt x="1052060" y="657953"/>
                  </a:lnTo>
                  <a:cubicBezTo>
                    <a:pt x="1052060" y="668657"/>
                    <a:pt x="1043383" y="677334"/>
                    <a:pt x="1032679" y="677334"/>
                  </a:cubicBezTo>
                  <a:lnTo>
                    <a:pt x="19381" y="677334"/>
                  </a:lnTo>
                  <a:cubicBezTo>
                    <a:pt x="8677" y="677334"/>
                    <a:pt x="0" y="668657"/>
                    <a:pt x="0" y="657953"/>
                  </a:cubicBezTo>
                  <a:lnTo>
                    <a:pt x="0" y="19381"/>
                  </a:lnTo>
                  <a:cubicBezTo>
                    <a:pt x="0" y="8677"/>
                    <a:pt x="8677" y="0"/>
                    <a:pt x="19381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052060" cy="71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084027" y="3606628"/>
            <a:ext cx="2118643" cy="1402156"/>
          </a:xfrm>
          <a:custGeom>
            <a:avLst/>
            <a:gdLst/>
            <a:ahLst/>
            <a:cxnLst/>
            <a:rect r="r" b="b" t="t" l="l"/>
            <a:pathLst>
              <a:path h="1402156" w="2118643">
                <a:moveTo>
                  <a:pt x="0" y="0"/>
                </a:moveTo>
                <a:lnTo>
                  <a:pt x="2118643" y="0"/>
                </a:lnTo>
                <a:lnTo>
                  <a:pt x="2118643" y="1402156"/>
                </a:lnTo>
                <a:lnTo>
                  <a:pt x="0" y="1402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544307" y="4050425"/>
            <a:ext cx="1198599" cy="56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 spc="79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37856" y="5119488"/>
            <a:ext cx="3215042" cy="141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74A8B3"/>
                </a:solidFill>
                <a:latin typeface="Open Sans"/>
                <a:ea typeface="Open Sans"/>
                <a:cs typeface="Open Sans"/>
                <a:sym typeface="Open Sans"/>
              </a:rPr>
              <a:t>Duplicates appear across different exports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2750996" y="4307706"/>
            <a:ext cx="3994542" cy="2571754"/>
            <a:chOff x="0" y="0"/>
            <a:chExt cx="1052060" cy="67733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2060" cy="677334"/>
            </a:xfrm>
            <a:custGeom>
              <a:avLst/>
              <a:gdLst/>
              <a:ahLst/>
              <a:cxnLst/>
              <a:rect r="r" b="b" t="t" l="l"/>
              <a:pathLst>
                <a:path h="677334" w="1052060">
                  <a:moveTo>
                    <a:pt x="19381" y="0"/>
                  </a:moveTo>
                  <a:lnTo>
                    <a:pt x="1032679" y="0"/>
                  </a:lnTo>
                  <a:cubicBezTo>
                    <a:pt x="1037819" y="0"/>
                    <a:pt x="1042749" y="2042"/>
                    <a:pt x="1046384" y="5677"/>
                  </a:cubicBezTo>
                  <a:cubicBezTo>
                    <a:pt x="1050018" y="9311"/>
                    <a:pt x="1052060" y="14241"/>
                    <a:pt x="1052060" y="19381"/>
                  </a:cubicBezTo>
                  <a:lnTo>
                    <a:pt x="1052060" y="657953"/>
                  </a:lnTo>
                  <a:cubicBezTo>
                    <a:pt x="1052060" y="668657"/>
                    <a:pt x="1043383" y="677334"/>
                    <a:pt x="1032679" y="677334"/>
                  </a:cubicBezTo>
                  <a:lnTo>
                    <a:pt x="19381" y="677334"/>
                  </a:lnTo>
                  <a:cubicBezTo>
                    <a:pt x="8677" y="677334"/>
                    <a:pt x="0" y="668657"/>
                    <a:pt x="0" y="657953"/>
                  </a:cubicBezTo>
                  <a:lnTo>
                    <a:pt x="0" y="19381"/>
                  </a:lnTo>
                  <a:cubicBezTo>
                    <a:pt x="0" y="8677"/>
                    <a:pt x="8677" y="0"/>
                    <a:pt x="19381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052060" cy="7154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0">
            <a:off x="13688946" y="3606628"/>
            <a:ext cx="2118643" cy="1402156"/>
          </a:xfrm>
          <a:custGeom>
            <a:avLst/>
            <a:gdLst/>
            <a:ahLst/>
            <a:cxnLst/>
            <a:rect r="r" b="b" t="t" l="l"/>
            <a:pathLst>
              <a:path h="1402156" w="2118643">
                <a:moveTo>
                  <a:pt x="0" y="0"/>
                </a:moveTo>
                <a:lnTo>
                  <a:pt x="2118642" y="0"/>
                </a:lnTo>
                <a:lnTo>
                  <a:pt x="2118642" y="1402156"/>
                </a:lnTo>
                <a:lnTo>
                  <a:pt x="0" y="14021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149485" y="4050425"/>
            <a:ext cx="1198599" cy="5621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99"/>
              </a:lnSpc>
            </a:pPr>
            <a:r>
              <a:rPr lang="en-US" b="true" sz="3999" spc="79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03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1166725" y="8684030"/>
            <a:ext cx="20621450" cy="10320250"/>
            <a:chOff x="0" y="0"/>
            <a:chExt cx="27495267" cy="137603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-1166725" y="-9264992"/>
            <a:ext cx="20621450" cy="10320250"/>
            <a:chOff x="0" y="0"/>
            <a:chExt cx="27495267" cy="13760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342088" y="1447535"/>
            <a:ext cx="15602521" cy="138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999"/>
              </a:lnSpc>
            </a:pPr>
            <a:r>
              <a:rPr lang="en-US" b="true" sz="9999" spc="199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CHALLENGES IN CURRENT PROCESS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927378" y="5109963"/>
            <a:ext cx="3215042" cy="1312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599" spc="155">
                <a:solidFill>
                  <a:srgbClr val="74A8B3"/>
                </a:solidFill>
                <a:latin typeface="Open Sans"/>
                <a:ea typeface="Open Sans"/>
                <a:cs typeface="Open Sans"/>
                <a:sym typeface="Open Sans"/>
              </a:rPr>
              <a:t>Teammates need to send files for central processing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148335" y="5119488"/>
            <a:ext cx="3215042" cy="1413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99" spc="167">
                <a:solidFill>
                  <a:srgbClr val="74A8B3"/>
                </a:solidFill>
                <a:latin typeface="Open Sans"/>
                <a:ea typeface="Open Sans"/>
                <a:cs typeface="Open Sans"/>
                <a:sym typeface="Open Sans"/>
              </a:rPr>
              <a:t>Inconsistent columns across datasets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2802508" y="2568366"/>
            <a:ext cx="12913785" cy="4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i="true" spc="179">
                <a:solidFill>
                  <a:srgbClr val="F8F3ED"/>
                </a:solidFill>
                <a:latin typeface="Open Sans Italics"/>
                <a:ea typeface="Open Sans Italics"/>
                <a:cs typeface="Open Sans Italics"/>
                <a:sym typeface="Open Sans Italics"/>
              </a:rPr>
              <a:t>Manual steps create delays, inconsistencies, and risks of errors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97751" y="7341796"/>
            <a:ext cx="9780169" cy="495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note: Processing slows as data volume increases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227353">
            <a:off x="-842297" y="-9163825"/>
            <a:ext cx="20621450" cy="10320250"/>
            <a:chOff x="0" y="0"/>
            <a:chExt cx="27495267" cy="13760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216792">
            <a:off x="-883649" y="9273391"/>
            <a:ext cx="20621450" cy="10320250"/>
            <a:chOff x="0" y="0"/>
            <a:chExt cx="27495267" cy="13760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-596799">
            <a:off x="-2596120" y="8669762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77747">
            <a:off x="-1286473" y="8720319"/>
            <a:ext cx="5062044" cy="3536331"/>
            <a:chOff x="0" y="0"/>
            <a:chExt cx="1333213" cy="9313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77747">
            <a:off x="-472602" y="8931281"/>
            <a:ext cx="945204" cy="3536331"/>
            <a:chOff x="0" y="0"/>
            <a:chExt cx="248943" cy="931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400000">
            <a:off x="6431547" y="563902"/>
            <a:ext cx="5417678" cy="9158456"/>
          </a:xfrm>
          <a:custGeom>
            <a:avLst/>
            <a:gdLst/>
            <a:ahLst/>
            <a:cxnLst/>
            <a:rect r="r" b="b" t="t" l="l"/>
            <a:pathLst>
              <a:path h="9158456" w="5417678">
                <a:moveTo>
                  <a:pt x="0" y="0"/>
                </a:moveTo>
                <a:lnTo>
                  <a:pt x="5417678" y="0"/>
                </a:lnTo>
                <a:lnTo>
                  <a:pt x="5417678" y="9158456"/>
                </a:lnTo>
                <a:lnTo>
                  <a:pt x="0" y="91584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4785010" y="2695314"/>
            <a:ext cx="8717980" cy="4895632"/>
            <a:chOff x="0" y="0"/>
            <a:chExt cx="2296093" cy="128938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96093" cy="1289384"/>
            </a:xfrm>
            <a:custGeom>
              <a:avLst/>
              <a:gdLst/>
              <a:ahLst/>
              <a:cxnLst/>
              <a:rect r="r" b="b" t="t" l="l"/>
              <a:pathLst>
                <a:path h="1289384" w="2296093">
                  <a:moveTo>
                    <a:pt x="8880" y="0"/>
                  </a:moveTo>
                  <a:lnTo>
                    <a:pt x="2287213" y="0"/>
                  </a:lnTo>
                  <a:cubicBezTo>
                    <a:pt x="2289568" y="0"/>
                    <a:pt x="2291827" y="936"/>
                    <a:pt x="2293492" y="2601"/>
                  </a:cubicBezTo>
                  <a:cubicBezTo>
                    <a:pt x="2295158" y="4266"/>
                    <a:pt x="2296093" y="6525"/>
                    <a:pt x="2296093" y="8880"/>
                  </a:cubicBezTo>
                  <a:lnTo>
                    <a:pt x="2296093" y="1280504"/>
                  </a:lnTo>
                  <a:cubicBezTo>
                    <a:pt x="2296093" y="1285409"/>
                    <a:pt x="2292117" y="1289384"/>
                    <a:pt x="2287213" y="1289384"/>
                  </a:cubicBezTo>
                  <a:lnTo>
                    <a:pt x="8880" y="1289384"/>
                  </a:lnTo>
                  <a:cubicBezTo>
                    <a:pt x="3976" y="1289384"/>
                    <a:pt x="0" y="1285409"/>
                    <a:pt x="0" y="1280504"/>
                  </a:cubicBezTo>
                  <a:lnTo>
                    <a:pt x="0" y="8880"/>
                  </a:lnTo>
                  <a:cubicBezTo>
                    <a:pt x="0" y="3976"/>
                    <a:pt x="3976" y="0"/>
                    <a:pt x="8880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96093" cy="132748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-2064628" y="182654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6230600" y="4290460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-571633">
            <a:off x="677126" y="8895708"/>
            <a:ext cx="2571750" cy="2057400"/>
          </a:xfrm>
          <a:custGeom>
            <a:avLst/>
            <a:gdLst/>
            <a:ahLst/>
            <a:cxnLst/>
            <a:rect r="r" b="b" t="t" l="l"/>
            <a:pathLst>
              <a:path h="2057400" w="2571750">
                <a:moveTo>
                  <a:pt x="0" y="0"/>
                </a:moveTo>
                <a:lnTo>
                  <a:pt x="2571750" y="0"/>
                </a:lnTo>
                <a:lnTo>
                  <a:pt x="257175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true" flipV="false" rot="-596799">
            <a:off x="14451146" y="-1398535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-577747">
            <a:off x="15023718" y="2393479"/>
            <a:ext cx="5062044" cy="603669"/>
            <a:chOff x="0" y="0"/>
            <a:chExt cx="1333213" cy="158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77747">
            <a:off x="14688055" y="-1026276"/>
            <a:ext cx="5062044" cy="3536331"/>
            <a:chOff x="0" y="0"/>
            <a:chExt cx="1333213" cy="9313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-603642">
            <a:off x="15570084" y="161694"/>
            <a:ext cx="2044933" cy="2201004"/>
          </a:xfrm>
          <a:custGeom>
            <a:avLst/>
            <a:gdLst/>
            <a:ahLst/>
            <a:cxnLst/>
            <a:rect r="r" b="b" t="t" l="l"/>
            <a:pathLst>
              <a:path h="2201004" w="2044933">
                <a:moveTo>
                  <a:pt x="0" y="0"/>
                </a:moveTo>
                <a:lnTo>
                  <a:pt x="2044932" y="0"/>
                </a:lnTo>
                <a:lnTo>
                  <a:pt x="2044932" y="2201004"/>
                </a:lnTo>
                <a:lnTo>
                  <a:pt x="0" y="220100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0" id="30"/>
          <p:cNvSpPr txBox="true"/>
          <p:nvPr/>
        </p:nvSpPr>
        <p:spPr>
          <a:xfrm rot="0">
            <a:off x="4297849" y="3493866"/>
            <a:ext cx="9692303" cy="1590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459"/>
              </a:lnSpc>
            </a:pPr>
            <a:r>
              <a:rPr lang="en-US" b="true" sz="11459" spc="229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OUR SOLUTION: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785010" y="5056653"/>
            <a:ext cx="8717980" cy="19497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b="true" sz="7200" spc="144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AUTOMATED CLOUD-INTEGRATED WORKFLOW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590660" y="-479198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0" y="0"/>
                </a:lnTo>
                <a:lnTo>
                  <a:pt x="10320250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268949" y="134814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0" y="0"/>
                </a:lnTo>
                <a:lnTo>
                  <a:pt x="10320250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47552">
            <a:off x="15145341" y="-684370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28500">
            <a:off x="15435094" y="2967601"/>
            <a:ext cx="5062044" cy="603669"/>
            <a:chOff x="0" y="0"/>
            <a:chExt cx="1333213" cy="1589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28500">
            <a:off x="15414478" y="-480676"/>
            <a:ext cx="5062044" cy="3536331"/>
            <a:chOff x="0" y="0"/>
            <a:chExt cx="1333213" cy="9313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11331">
            <a:off x="-3619960" y="2332810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30383">
            <a:off x="-2340566" y="2418908"/>
            <a:ext cx="5062044" cy="3536331"/>
            <a:chOff x="0" y="0"/>
            <a:chExt cx="1333213" cy="931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30383">
            <a:off x="1776193" y="2446626"/>
            <a:ext cx="945204" cy="3536331"/>
            <a:chOff x="0" y="0"/>
            <a:chExt cx="248943" cy="9313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11331">
            <a:off x="-3664746" y="7594134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30383">
            <a:off x="-2340566" y="7739860"/>
            <a:ext cx="5062044" cy="3536331"/>
            <a:chOff x="0" y="0"/>
            <a:chExt cx="1333213" cy="931379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2870483" y="-2385084"/>
            <a:ext cx="3413784" cy="3413784"/>
          </a:xfrm>
          <a:custGeom>
            <a:avLst/>
            <a:gdLst/>
            <a:ahLst/>
            <a:cxnLst/>
            <a:rect r="r" b="b" t="t" l="l"/>
            <a:pathLst>
              <a:path h="3413784" w="3413784">
                <a:moveTo>
                  <a:pt x="0" y="0"/>
                </a:moveTo>
                <a:lnTo>
                  <a:pt x="3413784" y="0"/>
                </a:lnTo>
                <a:lnTo>
                  <a:pt x="3413784" y="3413784"/>
                </a:lnTo>
                <a:lnTo>
                  <a:pt x="0" y="3413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262443" y="9246386"/>
            <a:ext cx="3609139" cy="3609139"/>
          </a:xfrm>
          <a:custGeom>
            <a:avLst/>
            <a:gdLst/>
            <a:ahLst/>
            <a:cxnLst/>
            <a:rect r="r" b="b" t="t" l="l"/>
            <a:pathLst>
              <a:path h="3609139" w="3609139">
                <a:moveTo>
                  <a:pt x="0" y="0"/>
                </a:moveTo>
                <a:lnTo>
                  <a:pt x="3609139" y="0"/>
                </a:lnTo>
                <a:lnTo>
                  <a:pt x="3609139" y="3609139"/>
                </a:lnTo>
                <a:lnTo>
                  <a:pt x="0" y="360913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-574069" y="8136693"/>
            <a:ext cx="2830217" cy="1821631"/>
          </a:xfrm>
          <a:custGeom>
            <a:avLst/>
            <a:gdLst/>
            <a:ahLst/>
            <a:cxnLst/>
            <a:rect r="r" b="b" t="t" l="l"/>
            <a:pathLst>
              <a:path h="1821631" w="2830217">
                <a:moveTo>
                  <a:pt x="0" y="0"/>
                </a:moveTo>
                <a:lnTo>
                  <a:pt x="2830217" y="0"/>
                </a:lnTo>
                <a:lnTo>
                  <a:pt x="2830217" y="1821630"/>
                </a:lnTo>
                <a:lnTo>
                  <a:pt x="0" y="182163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-10761537">
            <a:off x="15233935" y="3727511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3" y="0"/>
                </a:lnTo>
                <a:lnTo>
                  <a:pt x="6622703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-10742485">
            <a:off x="15467369" y="3970568"/>
            <a:ext cx="5062044" cy="3536331"/>
            <a:chOff x="0" y="0"/>
            <a:chExt cx="1333213" cy="9313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6268949" y="4619257"/>
            <a:ext cx="2276337" cy="2314206"/>
          </a:xfrm>
          <a:custGeom>
            <a:avLst/>
            <a:gdLst/>
            <a:ahLst/>
            <a:cxnLst/>
            <a:rect r="r" b="b" t="t" l="l"/>
            <a:pathLst>
              <a:path h="2314206" w="2276337">
                <a:moveTo>
                  <a:pt x="0" y="0"/>
                </a:moveTo>
                <a:lnTo>
                  <a:pt x="2276337" y="0"/>
                </a:lnTo>
                <a:lnTo>
                  <a:pt x="2276337" y="2314206"/>
                </a:lnTo>
                <a:lnTo>
                  <a:pt x="0" y="231420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5973934" y="416023"/>
            <a:ext cx="2314066" cy="2314066"/>
          </a:xfrm>
          <a:custGeom>
            <a:avLst/>
            <a:gdLst/>
            <a:ahLst/>
            <a:cxnLst/>
            <a:rect r="r" b="b" t="t" l="l"/>
            <a:pathLst>
              <a:path h="2314066" w="2314066">
                <a:moveTo>
                  <a:pt x="0" y="0"/>
                </a:moveTo>
                <a:lnTo>
                  <a:pt x="2314066" y="0"/>
                </a:lnTo>
                <a:lnTo>
                  <a:pt x="2314066" y="2314066"/>
                </a:lnTo>
                <a:lnTo>
                  <a:pt x="0" y="231406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400000">
            <a:off x="-598789" y="3325971"/>
            <a:ext cx="2746923" cy="1592284"/>
          </a:xfrm>
          <a:custGeom>
            <a:avLst/>
            <a:gdLst/>
            <a:ahLst/>
            <a:cxnLst/>
            <a:rect r="r" b="b" t="t" l="l"/>
            <a:pathLst>
              <a:path h="1592284" w="2746923">
                <a:moveTo>
                  <a:pt x="0" y="0"/>
                </a:moveTo>
                <a:lnTo>
                  <a:pt x="2746923" y="0"/>
                </a:lnTo>
                <a:lnTo>
                  <a:pt x="2746923" y="1592285"/>
                </a:lnTo>
                <a:lnTo>
                  <a:pt x="0" y="1592285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5428">
            <a:off x="7135264" y="6067470"/>
            <a:ext cx="7837795" cy="1972579"/>
            <a:chOff x="0" y="0"/>
            <a:chExt cx="2064275" cy="5195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064275" cy="519527"/>
            </a:xfrm>
            <a:custGeom>
              <a:avLst/>
              <a:gdLst/>
              <a:ahLst/>
              <a:cxnLst/>
              <a:rect r="r" b="b" t="t" l="l"/>
              <a:pathLst>
                <a:path h="519527" w="2064275">
                  <a:moveTo>
                    <a:pt x="9878" y="0"/>
                  </a:moveTo>
                  <a:lnTo>
                    <a:pt x="2054397" y="0"/>
                  </a:lnTo>
                  <a:cubicBezTo>
                    <a:pt x="2059853" y="0"/>
                    <a:pt x="2064275" y="4422"/>
                    <a:pt x="2064275" y="9878"/>
                  </a:cubicBezTo>
                  <a:lnTo>
                    <a:pt x="2064275" y="509649"/>
                  </a:lnTo>
                  <a:cubicBezTo>
                    <a:pt x="2064275" y="515105"/>
                    <a:pt x="2059853" y="519527"/>
                    <a:pt x="2054397" y="519527"/>
                  </a:cubicBezTo>
                  <a:lnTo>
                    <a:pt x="9878" y="519527"/>
                  </a:lnTo>
                  <a:cubicBezTo>
                    <a:pt x="4422" y="519527"/>
                    <a:pt x="0" y="515105"/>
                    <a:pt x="0" y="509649"/>
                  </a:cubicBezTo>
                  <a:lnTo>
                    <a:pt x="0" y="9878"/>
                  </a:lnTo>
                  <a:cubicBezTo>
                    <a:pt x="0" y="4422"/>
                    <a:pt x="4422" y="0"/>
                    <a:pt x="9878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064275" cy="5576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7301460" y="6209561"/>
            <a:ext cx="7495615" cy="1628720"/>
          </a:xfrm>
          <a:custGeom>
            <a:avLst/>
            <a:gdLst/>
            <a:ahLst/>
            <a:cxnLst/>
            <a:rect r="r" b="b" t="t" l="l"/>
            <a:pathLst>
              <a:path h="1628720" w="7495615">
                <a:moveTo>
                  <a:pt x="0" y="0"/>
                </a:moveTo>
                <a:lnTo>
                  <a:pt x="7495616" y="0"/>
                </a:lnTo>
                <a:lnTo>
                  <a:pt x="7495616" y="1628720"/>
                </a:lnTo>
                <a:lnTo>
                  <a:pt x="0" y="162872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pic>
        <p:nvPicPr>
          <p:cNvPr name="Picture 36" id="36"/>
          <p:cNvPicPr>
            <a:picLocks noChangeAspect="true"/>
          </p:cNvPicPr>
          <p:nvPr/>
        </p:nvPicPr>
        <p:blipFill>
          <a:blip r:embed="rId17"/>
          <a:srcRect l="0" t="0" r="0" b="0"/>
          <a:stretch>
            <a:fillRect/>
          </a:stretch>
        </p:blipFill>
        <p:spPr>
          <a:xfrm flipH="true" flipV="true" rot="0">
            <a:off x="12536994" y="7838281"/>
            <a:ext cx="1515899" cy="1462843"/>
          </a:xfrm>
          <a:prstGeom prst="rect">
            <a:avLst/>
          </a:prstGeom>
        </p:spPr>
      </p:pic>
      <p:grpSp>
        <p:nvGrpSpPr>
          <p:cNvPr name="Group 37" id="37"/>
          <p:cNvGrpSpPr/>
          <p:nvPr/>
        </p:nvGrpSpPr>
        <p:grpSpPr>
          <a:xfrm rot="5428">
            <a:off x="3082136" y="8293261"/>
            <a:ext cx="9453554" cy="1657599"/>
            <a:chOff x="0" y="0"/>
            <a:chExt cx="2489825" cy="436569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489825" cy="436569"/>
            </a:xfrm>
            <a:custGeom>
              <a:avLst/>
              <a:gdLst/>
              <a:ahLst/>
              <a:cxnLst/>
              <a:rect r="r" b="b" t="t" l="l"/>
              <a:pathLst>
                <a:path h="436569" w="2489825">
                  <a:moveTo>
                    <a:pt x="8189" y="0"/>
                  </a:moveTo>
                  <a:lnTo>
                    <a:pt x="2481636" y="0"/>
                  </a:lnTo>
                  <a:cubicBezTo>
                    <a:pt x="2486159" y="0"/>
                    <a:pt x="2489825" y="3667"/>
                    <a:pt x="2489825" y="8189"/>
                  </a:cubicBezTo>
                  <a:lnTo>
                    <a:pt x="2489825" y="428380"/>
                  </a:lnTo>
                  <a:cubicBezTo>
                    <a:pt x="2489825" y="430552"/>
                    <a:pt x="2488962" y="432635"/>
                    <a:pt x="2487426" y="434171"/>
                  </a:cubicBezTo>
                  <a:cubicBezTo>
                    <a:pt x="2485891" y="435707"/>
                    <a:pt x="2483807" y="436569"/>
                    <a:pt x="2481636" y="436569"/>
                  </a:cubicBezTo>
                  <a:lnTo>
                    <a:pt x="8189" y="436569"/>
                  </a:lnTo>
                  <a:cubicBezTo>
                    <a:pt x="3667" y="436569"/>
                    <a:pt x="0" y="432903"/>
                    <a:pt x="0" y="428380"/>
                  </a:cubicBezTo>
                  <a:lnTo>
                    <a:pt x="0" y="8189"/>
                  </a:lnTo>
                  <a:cubicBezTo>
                    <a:pt x="0" y="6017"/>
                    <a:pt x="863" y="3934"/>
                    <a:pt x="2399" y="2399"/>
                  </a:cubicBezTo>
                  <a:cubicBezTo>
                    <a:pt x="3934" y="863"/>
                    <a:pt x="6017" y="0"/>
                    <a:pt x="8189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489825" cy="47466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40" id="40"/>
          <p:cNvSpPr/>
          <p:nvPr/>
        </p:nvSpPr>
        <p:spPr>
          <a:xfrm flipH="false" flipV="false" rot="0">
            <a:off x="3177188" y="8419148"/>
            <a:ext cx="9225921" cy="1373678"/>
          </a:xfrm>
          <a:custGeom>
            <a:avLst/>
            <a:gdLst/>
            <a:ahLst/>
            <a:cxnLst/>
            <a:rect r="r" b="b" t="t" l="l"/>
            <a:pathLst>
              <a:path h="1373678" w="9225921">
                <a:moveTo>
                  <a:pt x="0" y="0"/>
                </a:moveTo>
                <a:lnTo>
                  <a:pt x="9225921" y="0"/>
                </a:lnTo>
                <a:lnTo>
                  <a:pt x="9225921" y="1373678"/>
                </a:lnTo>
                <a:lnTo>
                  <a:pt x="0" y="1373678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41" id="41"/>
          <p:cNvSpPr txBox="true"/>
          <p:nvPr/>
        </p:nvSpPr>
        <p:spPr>
          <a:xfrm rot="0">
            <a:off x="3196808" y="2286150"/>
            <a:ext cx="11343500" cy="9907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999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Uploading files on cloud will give access to anyone (with the link). 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3152022" y="1186181"/>
            <a:ext cx="11645053" cy="117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b="true" sz="8499" spc="169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MAXIMISE THE USE OF GDRIVE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3179555" y="4846442"/>
            <a:ext cx="10989809" cy="100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 spc="179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Works like VS Code and Anaconda, but offers the option to mount Google Drive. 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3152022" y="3706543"/>
            <a:ext cx="10468268" cy="11779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9"/>
              </a:lnSpc>
            </a:pPr>
            <a:r>
              <a:rPr lang="en-US" b="true" sz="8499" spc="169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USE OF GOOGLE COLAB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81154">
            <a:off x="-175153" y="8974097"/>
            <a:ext cx="20621450" cy="10320250"/>
            <a:chOff x="0" y="0"/>
            <a:chExt cx="27495267" cy="13760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5428">
            <a:off x="1020850" y="7640015"/>
            <a:ext cx="5062044" cy="603669"/>
            <a:chOff x="0" y="0"/>
            <a:chExt cx="1333213" cy="1589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5428">
            <a:off x="1019796" y="4191630"/>
            <a:ext cx="5062044" cy="3536331"/>
            <a:chOff x="0" y="0"/>
            <a:chExt cx="1333213" cy="9313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5428">
            <a:off x="6612204" y="7640015"/>
            <a:ext cx="5062044" cy="603669"/>
            <a:chOff x="0" y="0"/>
            <a:chExt cx="1333213" cy="158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5428">
            <a:off x="6611150" y="4191630"/>
            <a:ext cx="5062044" cy="3536331"/>
            <a:chOff x="0" y="0"/>
            <a:chExt cx="1333213" cy="9313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5428">
            <a:off x="12195521" y="7640015"/>
            <a:ext cx="5062044" cy="603669"/>
            <a:chOff x="0" y="0"/>
            <a:chExt cx="1333213" cy="158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6CEAD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5428">
            <a:off x="12194467" y="4191630"/>
            <a:ext cx="5062044" cy="3536331"/>
            <a:chOff x="0" y="0"/>
            <a:chExt cx="1333213" cy="9313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204695">
            <a:off x="-1866489" y="-9488422"/>
            <a:ext cx="20621450" cy="10320250"/>
            <a:chOff x="0" y="0"/>
            <a:chExt cx="27495267" cy="13760333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-2512533" y="1729716"/>
            <a:ext cx="3413784" cy="3413784"/>
          </a:xfrm>
          <a:custGeom>
            <a:avLst/>
            <a:gdLst/>
            <a:ahLst/>
            <a:cxnLst/>
            <a:rect r="r" b="b" t="t" l="l"/>
            <a:pathLst>
              <a:path h="3413784" w="3413784">
                <a:moveTo>
                  <a:pt x="0" y="0"/>
                </a:moveTo>
                <a:lnTo>
                  <a:pt x="3413783" y="0"/>
                </a:lnTo>
                <a:lnTo>
                  <a:pt x="3413783" y="3413784"/>
                </a:lnTo>
                <a:lnTo>
                  <a:pt x="0" y="34137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6853481" y="1028700"/>
            <a:ext cx="2869039" cy="2869039"/>
          </a:xfrm>
          <a:custGeom>
            <a:avLst/>
            <a:gdLst/>
            <a:ahLst/>
            <a:cxnLst/>
            <a:rect r="r" b="b" t="t" l="l"/>
            <a:pathLst>
              <a:path h="2869039" w="2869039">
                <a:moveTo>
                  <a:pt x="0" y="0"/>
                </a:moveTo>
                <a:lnTo>
                  <a:pt x="2869038" y="0"/>
                </a:lnTo>
                <a:lnTo>
                  <a:pt x="2869038" y="2869039"/>
                </a:lnTo>
                <a:lnTo>
                  <a:pt x="0" y="286903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2695876" y="2710956"/>
            <a:ext cx="1862463" cy="2236582"/>
          </a:xfrm>
          <a:custGeom>
            <a:avLst/>
            <a:gdLst/>
            <a:ahLst/>
            <a:cxnLst/>
            <a:rect r="r" b="b" t="t" l="l"/>
            <a:pathLst>
              <a:path h="2236582" w="1862463">
                <a:moveTo>
                  <a:pt x="0" y="0"/>
                </a:moveTo>
                <a:lnTo>
                  <a:pt x="1862463" y="0"/>
                </a:lnTo>
                <a:lnTo>
                  <a:pt x="1862463" y="2236582"/>
                </a:lnTo>
                <a:lnTo>
                  <a:pt x="0" y="22365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8254969" y="3168104"/>
            <a:ext cx="1880603" cy="1926130"/>
          </a:xfrm>
          <a:custGeom>
            <a:avLst/>
            <a:gdLst/>
            <a:ahLst/>
            <a:cxnLst/>
            <a:rect r="r" b="b" t="t" l="l"/>
            <a:pathLst>
              <a:path h="1926130" w="1880603">
                <a:moveTo>
                  <a:pt x="0" y="0"/>
                </a:moveTo>
                <a:lnTo>
                  <a:pt x="1880603" y="0"/>
                </a:lnTo>
                <a:lnTo>
                  <a:pt x="1880603" y="1926129"/>
                </a:lnTo>
                <a:lnTo>
                  <a:pt x="0" y="192612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824166" y="3314799"/>
            <a:ext cx="1656836" cy="1786784"/>
          </a:xfrm>
          <a:custGeom>
            <a:avLst/>
            <a:gdLst/>
            <a:ahLst/>
            <a:cxnLst/>
            <a:rect r="r" b="b" t="t" l="l"/>
            <a:pathLst>
              <a:path h="1786784" w="1656836">
                <a:moveTo>
                  <a:pt x="0" y="0"/>
                </a:moveTo>
                <a:lnTo>
                  <a:pt x="1656836" y="0"/>
                </a:lnTo>
                <a:lnTo>
                  <a:pt x="1656836" y="1786784"/>
                </a:lnTo>
                <a:lnTo>
                  <a:pt x="0" y="178678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1515363" y="5524904"/>
            <a:ext cx="4223490" cy="1495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9"/>
              </a:lnSpc>
            </a:pPr>
            <a:r>
              <a:rPr lang="en-US" sz="2999" spc="179">
                <a:solidFill>
                  <a:srgbClr val="74A8B3"/>
                </a:solidFill>
                <a:latin typeface="Open Sans"/>
                <a:ea typeface="Open Sans"/>
                <a:cs typeface="Open Sans"/>
                <a:sym typeface="Open Sans"/>
              </a:rPr>
              <a:t>No need to export, download, and resend files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030427" y="5345802"/>
            <a:ext cx="4223490" cy="2000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49"/>
              </a:lnSpc>
            </a:pPr>
            <a:r>
              <a:rPr lang="en-US" sz="2999" spc="179">
                <a:solidFill>
                  <a:srgbClr val="74A8B3"/>
                </a:solidFill>
                <a:latin typeface="Open Sans"/>
                <a:ea typeface="Open Sans"/>
                <a:cs typeface="Open Sans"/>
                <a:sym typeface="Open Sans"/>
              </a:rPr>
              <a:t>Direct access to datasets through mounted Google Drive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2542758" y="5281324"/>
            <a:ext cx="4223490" cy="1973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4"/>
              </a:lnSpc>
            </a:pPr>
            <a:r>
              <a:rPr lang="en-US" sz="2899" spc="173">
                <a:solidFill>
                  <a:srgbClr val="74A8B3"/>
                </a:solidFill>
                <a:latin typeface="Open Sans"/>
                <a:ea typeface="Open Sans"/>
                <a:cs typeface="Open Sans"/>
                <a:sym typeface="Open Sans"/>
              </a:rPr>
              <a:t>Folder path with glob code detects and loads all matching files automatically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31483" y="1323407"/>
            <a:ext cx="12021665" cy="138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b="true" sz="9999" spc="199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SMART DATA INTEGRATION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02737" y="-62913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0" y="0"/>
                </a:lnTo>
                <a:lnTo>
                  <a:pt x="10320250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96799">
            <a:off x="-3639942" y="-331012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3" y="0"/>
                </a:lnTo>
                <a:lnTo>
                  <a:pt x="6622703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77747">
            <a:off x="-2002564" y="-284293"/>
            <a:ext cx="4714915" cy="3536331"/>
            <a:chOff x="0" y="0"/>
            <a:chExt cx="1241788" cy="93137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41788" cy="931379"/>
            </a:xfrm>
            <a:custGeom>
              <a:avLst/>
              <a:gdLst/>
              <a:ahLst/>
              <a:cxnLst/>
              <a:rect r="r" b="b" t="t" l="l"/>
              <a:pathLst>
                <a:path h="931379" w="1241788">
                  <a:moveTo>
                    <a:pt x="16420" y="0"/>
                  </a:moveTo>
                  <a:lnTo>
                    <a:pt x="1225368" y="0"/>
                  </a:lnTo>
                  <a:cubicBezTo>
                    <a:pt x="1234437" y="0"/>
                    <a:pt x="1241788" y="7352"/>
                    <a:pt x="1241788" y="16420"/>
                  </a:cubicBezTo>
                  <a:lnTo>
                    <a:pt x="1241788" y="914959"/>
                  </a:lnTo>
                  <a:cubicBezTo>
                    <a:pt x="1241788" y="924028"/>
                    <a:pt x="1234437" y="931379"/>
                    <a:pt x="1225368" y="931379"/>
                  </a:cubicBezTo>
                  <a:lnTo>
                    <a:pt x="16420" y="931379"/>
                  </a:lnTo>
                  <a:cubicBezTo>
                    <a:pt x="7352" y="931379"/>
                    <a:pt x="0" y="924028"/>
                    <a:pt x="0" y="914959"/>
                  </a:cubicBezTo>
                  <a:lnTo>
                    <a:pt x="0" y="16420"/>
                  </a:lnTo>
                  <a:cubicBezTo>
                    <a:pt x="0" y="7352"/>
                    <a:pt x="7352" y="0"/>
                    <a:pt x="16420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241788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-577747">
            <a:off x="1740591" y="-657637"/>
            <a:ext cx="945204" cy="3536331"/>
            <a:chOff x="0" y="0"/>
            <a:chExt cx="248943" cy="9313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-596799">
            <a:off x="-2596120" y="8669762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-577747">
            <a:off x="-1286473" y="8720319"/>
            <a:ext cx="5062044" cy="3536331"/>
            <a:chOff x="0" y="0"/>
            <a:chExt cx="1333213" cy="9313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-577747">
            <a:off x="-472602" y="8931281"/>
            <a:ext cx="945204" cy="3536331"/>
            <a:chOff x="0" y="0"/>
            <a:chExt cx="248943" cy="9313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596799">
            <a:off x="-2873781" y="3913436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-577747">
            <a:off x="-1567439" y="3931123"/>
            <a:ext cx="5062044" cy="3536331"/>
            <a:chOff x="0" y="0"/>
            <a:chExt cx="1333213" cy="93137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4821976">
            <a:off x="1108400" y="4782749"/>
            <a:ext cx="433804" cy="4854674"/>
            <a:chOff x="0" y="0"/>
            <a:chExt cx="114253" cy="12785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4253" cy="1278597"/>
            </a:xfrm>
            <a:custGeom>
              <a:avLst/>
              <a:gdLst/>
              <a:ahLst/>
              <a:cxnLst/>
              <a:rect r="r" b="b" t="t" l="l"/>
              <a:pathLst>
                <a:path h="1278597" w="114253">
                  <a:moveTo>
                    <a:pt x="57127" y="0"/>
                  </a:moveTo>
                  <a:lnTo>
                    <a:pt x="57127" y="0"/>
                  </a:lnTo>
                  <a:cubicBezTo>
                    <a:pt x="72277" y="0"/>
                    <a:pt x="86808" y="6019"/>
                    <a:pt x="97521" y="16732"/>
                  </a:cubicBezTo>
                  <a:cubicBezTo>
                    <a:pt x="108234" y="27445"/>
                    <a:pt x="114253" y="41976"/>
                    <a:pt x="114253" y="57127"/>
                  </a:cubicBezTo>
                  <a:lnTo>
                    <a:pt x="114253" y="1221471"/>
                  </a:lnTo>
                  <a:cubicBezTo>
                    <a:pt x="114253" y="1253021"/>
                    <a:pt x="88677" y="1278597"/>
                    <a:pt x="57127" y="1278597"/>
                  </a:cubicBezTo>
                  <a:lnTo>
                    <a:pt x="57127" y="1278597"/>
                  </a:lnTo>
                  <a:cubicBezTo>
                    <a:pt x="25576" y="1278597"/>
                    <a:pt x="0" y="1253021"/>
                    <a:pt x="0" y="1221471"/>
                  </a:cubicBezTo>
                  <a:lnTo>
                    <a:pt x="0" y="57127"/>
                  </a:lnTo>
                  <a:cubicBezTo>
                    <a:pt x="0" y="25576"/>
                    <a:pt x="25576" y="0"/>
                    <a:pt x="5712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14253" cy="13166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635662" y="-1735462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635662" y="8357635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-546715">
            <a:off x="94271" y="407295"/>
            <a:ext cx="1241921" cy="2057400"/>
          </a:xfrm>
          <a:custGeom>
            <a:avLst/>
            <a:gdLst/>
            <a:ahLst/>
            <a:cxnLst/>
            <a:rect r="r" b="b" t="t" l="l"/>
            <a:pathLst>
              <a:path h="2057400" w="1241921">
                <a:moveTo>
                  <a:pt x="0" y="0"/>
                </a:moveTo>
                <a:lnTo>
                  <a:pt x="1241922" y="0"/>
                </a:lnTo>
                <a:lnTo>
                  <a:pt x="12419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-543533">
            <a:off x="975643" y="8961508"/>
            <a:ext cx="2171960" cy="1544066"/>
          </a:xfrm>
          <a:custGeom>
            <a:avLst/>
            <a:gdLst/>
            <a:ahLst/>
            <a:cxnLst/>
            <a:rect r="r" b="b" t="t" l="l"/>
            <a:pathLst>
              <a:path h="1544066" w="2171960">
                <a:moveTo>
                  <a:pt x="0" y="0"/>
                </a:moveTo>
                <a:lnTo>
                  <a:pt x="2171959" y="0"/>
                </a:lnTo>
                <a:lnTo>
                  <a:pt x="2171959" y="1544066"/>
                </a:lnTo>
                <a:lnTo>
                  <a:pt x="0" y="154406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-576954">
            <a:off x="761705" y="4720665"/>
            <a:ext cx="1869365" cy="1869365"/>
          </a:xfrm>
          <a:custGeom>
            <a:avLst/>
            <a:gdLst/>
            <a:ahLst/>
            <a:cxnLst/>
            <a:rect r="r" b="b" t="t" l="l"/>
            <a:pathLst>
              <a:path h="1869365" w="1869365">
                <a:moveTo>
                  <a:pt x="0" y="0"/>
                </a:moveTo>
                <a:lnTo>
                  <a:pt x="1869364" y="0"/>
                </a:lnTo>
                <a:lnTo>
                  <a:pt x="1869364" y="1869365"/>
                </a:lnTo>
                <a:lnTo>
                  <a:pt x="0" y="186936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4108943" y="2401866"/>
            <a:ext cx="12713894" cy="4457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6" indent="-280668" lvl="1">
              <a:lnSpc>
                <a:spcPts val="4471"/>
              </a:lnSpc>
              <a:buFont typeface="Arial"/>
              <a:buChar char="•"/>
            </a:pPr>
            <a:r>
              <a:rPr lang="en-US" sz="2599" spc="155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Define standard columns and drop unnecessary ones</a:t>
            </a:r>
          </a:p>
          <a:p>
            <a:pPr algn="l">
              <a:lnSpc>
                <a:spcPts val="4471"/>
              </a:lnSpc>
            </a:pPr>
          </a:p>
          <a:p>
            <a:pPr algn="l">
              <a:lnSpc>
                <a:spcPts val="4471"/>
              </a:lnSpc>
            </a:pPr>
          </a:p>
          <a:p>
            <a:pPr algn="l" marL="561336" indent="-280668" lvl="1">
              <a:lnSpc>
                <a:spcPts val="4471"/>
              </a:lnSpc>
              <a:buFont typeface="Arial"/>
              <a:buChar char="•"/>
            </a:pPr>
            <a:r>
              <a:rPr lang="en-US" sz="2599" spc="155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Add a section for Data Inspection. </a:t>
            </a:r>
          </a:p>
          <a:p>
            <a:pPr algn="l" marL="561336" indent="-280668" lvl="1">
              <a:lnSpc>
                <a:spcPts val="4471"/>
              </a:lnSpc>
              <a:buFont typeface="Arial"/>
              <a:buChar char="•"/>
            </a:pPr>
            <a:r>
              <a:rPr lang="en-US" sz="2599" spc="155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Use df strip to normalise keyword format and </a:t>
            </a:r>
            <a:r>
              <a:rPr lang="en-US" sz="2599" spc="155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mdate to ensure readability of the dates.</a:t>
            </a:r>
          </a:p>
          <a:p>
            <a:pPr algn="l" marL="561336" indent="-280668" lvl="1">
              <a:lnSpc>
                <a:spcPts val="4471"/>
              </a:lnSpc>
              <a:buFont typeface="Arial"/>
              <a:buChar char="•"/>
            </a:pPr>
            <a:r>
              <a:rPr lang="en-US" sz="2599" spc="155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Code to show 5 examples where manual and auto sentiment differ.</a:t>
            </a:r>
          </a:p>
          <a:p>
            <a:pPr algn="l" marL="561336" indent="-280668" lvl="1">
              <a:lnSpc>
                <a:spcPts val="4471"/>
              </a:lnSpc>
              <a:buFont typeface="Arial"/>
              <a:buChar char="•"/>
            </a:pPr>
            <a:r>
              <a:rPr lang="en-US" sz="2599" spc="155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Save duplicates and visualisations to a separate sheet.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3364761" y="3277524"/>
            <a:ext cx="14631378" cy="529343"/>
          </a:xfrm>
          <a:custGeom>
            <a:avLst/>
            <a:gdLst/>
            <a:ahLst/>
            <a:cxnLst/>
            <a:rect r="r" b="b" t="t" l="l"/>
            <a:pathLst>
              <a:path h="529343" w="14631378">
                <a:moveTo>
                  <a:pt x="0" y="0"/>
                </a:moveTo>
                <a:lnTo>
                  <a:pt x="14631378" y="0"/>
                </a:lnTo>
                <a:lnTo>
                  <a:pt x="14631378" y="529343"/>
                </a:lnTo>
                <a:lnTo>
                  <a:pt x="0" y="529343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-3652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5319912" y="7251072"/>
            <a:ext cx="9654218" cy="1229670"/>
          </a:xfrm>
          <a:custGeom>
            <a:avLst/>
            <a:gdLst/>
            <a:ahLst/>
            <a:cxnLst/>
            <a:rect r="r" b="b" t="t" l="l"/>
            <a:pathLst>
              <a:path h="1229670" w="9654218">
                <a:moveTo>
                  <a:pt x="0" y="0"/>
                </a:moveTo>
                <a:lnTo>
                  <a:pt x="9654218" y="0"/>
                </a:lnTo>
                <a:lnTo>
                  <a:pt x="9654218" y="1229670"/>
                </a:lnTo>
                <a:lnTo>
                  <a:pt x="0" y="1229670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4313334" y="1320505"/>
            <a:ext cx="11667375" cy="100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0"/>
              </a:lnSpc>
            </a:pPr>
            <a:r>
              <a:rPr lang="en-US" b="true" sz="7100" spc="142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STANDARDIZED AND RELIABLE DATA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72625" y="1687912"/>
            <a:ext cx="3413784" cy="3413784"/>
          </a:xfrm>
          <a:custGeom>
            <a:avLst/>
            <a:gdLst/>
            <a:ahLst/>
            <a:cxnLst/>
            <a:rect r="r" b="b" t="t" l="l"/>
            <a:pathLst>
              <a:path h="3413784" w="3413784">
                <a:moveTo>
                  <a:pt x="0" y="0"/>
                </a:moveTo>
                <a:lnTo>
                  <a:pt x="3413784" y="0"/>
                </a:lnTo>
                <a:lnTo>
                  <a:pt x="3413784" y="3413784"/>
                </a:lnTo>
                <a:lnTo>
                  <a:pt x="0" y="3413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5074891"/>
            <a:ext cx="3609139" cy="3609139"/>
          </a:xfrm>
          <a:custGeom>
            <a:avLst/>
            <a:gdLst/>
            <a:ahLst/>
            <a:cxnLst/>
            <a:rect r="r" b="b" t="t" l="l"/>
            <a:pathLst>
              <a:path h="3609139" w="3609139">
                <a:moveTo>
                  <a:pt x="0" y="0"/>
                </a:moveTo>
                <a:lnTo>
                  <a:pt x="3609139" y="0"/>
                </a:lnTo>
                <a:lnTo>
                  <a:pt x="3609139" y="3609139"/>
                </a:lnTo>
                <a:lnTo>
                  <a:pt x="0" y="3609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166725" y="8684030"/>
            <a:ext cx="20621450" cy="10320250"/>
            <a:chOff x="0" y="0"/>
            <a:chExt cx="27495267" cy="13760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166725" y="-9264992"/>
            <a:ext cx="20621450" cy="10320250"/>
            <a:chOff x="0" y="0"/>
            <a:chExt cx="27495267" cy="13760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2367439" y="2879501"/>
            <a:ext cx="9133778" cy="98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3914"/>
              </a:lnSpc>
              <a:buFont typeface="Arial"/>
              <a:buChar char="•"/>
            </a:pP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Chunk processing for effic</a:t>
            </a: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ient data cleaning.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281911" y="2678849"/>
            <a:ext cx="7595903" cy="1221368"/>
          </a:xfrm>
          <a:custGeom>
            <a:avLst/>
            <a:gdLst/>
            <a:ahLst/>
            <a:cxnLst/>
            <a:rect r="r" b="b" t="t" l="l"/>
            <a:pathLst>
              <a:path h="1221368" w="7595903">
                <a:moveTo>
                  <a:pt x="0" y="0"/>
                </a:moveTo>
                <a:lnTo>
                  <a:pt x="7595903" y="0"/>
                </a:lnTo>
                <a:lnTo>
                  <a:pt x="7595903" y="1221368"/>
                </a:lnTo>
                <a:lnTo>
                  <a:pt x="0" y="122136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60701" y="4633757"/>
            <a:ext cx="6384931" cy="3556052"/>
          </a:xfrm>
          <a:custGeom>
            <a:avLst/>
            <a:gdLst/>
            <a:ahLst/>
            <a:cxnLst/>
            <a:rect r="r" b="b" t="t" l="l"/>
            <a:pathLst>
              <a:path h="3556052" w="6384931">
                <a:moveTo>
                  <a:pt x="0" y="0"/>
                </a:moveTo>
                <a:lnTo>
                  <a:pt x="6384931" y="0"/>
                </a:lnTo>
                <a:lnTo>
                  <a:pt x="6384931" y="3556052"/>
                </a:lnTo>
                <a:lnTo>
                  <a:pt x="0" y="35560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541159" y="1133475"/>
            <a:ext cx="16038252" cy="108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800" spc="156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PERFORMANCE OPTIMIZATION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445632" y="5896480"/>
            <a:ext cx="9133778" cy="982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04" indent="-313052" lvl="1">
              <a:lnSpc>
                <a:spcPts val="3914"/>
              </a:lnSpc>
              <a:buFont typeface="Arial"/>
              <a:buChar char="•"/>
            </a:pP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Gro</a:t>
            </a: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up by aggregation for faster trend visualizat</a:t>
            </a: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ion.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872625" y="1687912"/>
            <a:ext cx="3413784" cy="3413784"/>
          </a:xfrm>
          <a:custGeom>
            <a:avLst/>
            <a:gdLst/>
            <a:ahLst/>
            <a:cxnLst/>
            <a:rect r="r" b="b" t="t" l="l"/>
            <a:pathLst>
              <a:path h="3413784" w="3413784">
                <a:moveTo>
                  <a:pt x="0" y="0"/>
                </a:moveTo>
                <a:lnTo>
                  <a:pt x="3413784" y="0"/>
                </a:lnTo>
                <a:lnTo>
                  <a:pt x="3413784" y="3413784"/>
                </a:lnTo>
                <a:lnTo>
                  <a:pt x="0" y="3413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259300" y="5074891"/>
            <a:ext cx="3609139" cy="3609139"/>
          </a:xfrm>
          <a:custGeom>
            <a:avLst/>
            <a:gdLst/>
            <a:ahLst/>
            <a:cxnLst/>
            <a:rect r="r" b="b" t="t" l="l"/>
            <a:pathLst>
              <a:path h="3609139" w="3609139">
                <a:moveTo>
                  <a:pt x="0" y="0"/>
                </a:moveTo>
                <a:lnTo>
                  <a:pt x="3609139" y="0"/>
                </a:lnTo>
                <a:lnTo>
                  <a:pt x="3609139" y="3609139"/>
                </a:lnTo>
                <a:lnTo>
                  <a:pt x="0" y="36091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166725" y="8684030"/>
            <a:ext cx="20621450" cy="10320250"/>
            <a:chOff x="0" y="0"/>
            <a:chExt cx="27495267" cy="1376033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-1166725" y="-9264992"/>
            <a:ext cx="20621450" cy="10320250"/>
            <a:chOff x="0" y="0"/>
            <a:chExt cx="27495267" cy="13760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3" y="0"/>
                  </a:lnTo>
                  <a:lnTo>
                    <a:pt x="13760333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3734933" y="0"/>
              <a:ext cx="13760333" cy="13760333"/>
            </a:xfrm>
            <a:custGeom>
              <a:avLst/>
              <a:gdLst/>
              <a:ahLst/>
              <a:cxnLst/>
              <a:rect r="r" b="b" t="t" l="l"/>
              <a:pathLst>
                <a:path h="13760333" w="13760333">
                  <a:moveTo>
                    <a:pt x="0" y="0"/>
                  </a:moveTo>
                  <a:lnTo>
                    <a:pt x="13760334" y="0"/>
                  </a:lnTo>
                  <a:lnTo>
                    <a:pt x="13760334" y="13760333"/>
                  </a:lnTo>
                  <a:lnTo>
                    <a:pt x="0" y="1376033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10" id="10"/>
          <p:cNvSpPr/>
          <p:nvPr/>
        </p:nvSpPr>
        <p:spPr>
          <a:xfrm flipH="false" flipV="false" rot="0">
            <a:off x="6895321" y="3137629"/>
            <a:ext cx="5009816" cy="5983511"/>
          </a:xfrm>
          <a:custGeom>
            <a:avLst/>
            <a:gdLst/>
            <a:ahLst/>
            <a:cxnLst/>
            <a:rect r="r" b="b" t="t" l="l"/>
            <a:pathLst>
              <a:path h="5983511" w="5009816">
                <a:moveTo>
                  <a:pt x="0" y="0"/>
                </a:moveTo>
                <a:lnTo>
                  <a:pt x="5009817" y="0"/>
                </a:lnTo>
                <a:lnTo>
                  <a:pt x="5009817" y="5983511"/>
                </a:lnTo>
                <a:lnTo>
                  <a:pt x="0" y="598351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69968" y="2411824"/>
            <a:ext cx="13183657" cy="487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626104" indent="-313052" lvl="1">
              <a:lnSpc>
                <a:spcPts val="3914"/>
              </a:lnSpc>
              <a:buFont typeface="Arial"/>
              <a:buChar char="•"/>
            </a:pP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Memory mo</a:t>
            </a: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nitoring and cleanup for larg</a:t>
            </a:r>
            <a:r>
              <a:rPr lang="en-US" sz="2899" spc="173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e datasets.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41159" y="1133475"/>
            <a:ext cx="16038252" cy="1083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b="true" sz="7800" spc="156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PERFORMANCE OPTIMIZATION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32786" y="-16625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1" y="0"/>
                </a:lnTo>
                <a:lnTo>
                  <a:pt x="10320251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6990" y="5143500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10320251" y="0"/>
                </a:moveTo>
                <a:lnTo>
                  <a:pt x="0" y="0"/>
                </a:lnTo>
                <a:lnTo>
                  <a:pt x="0" y="10320250"/>
                </a:lnTo>
                <a:lnTo>
                  <a:pt x="10320251" y="10320250"/>
                </a:lnTo>
                <a:lnTo>
                  <a:pt x="103202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96799">
            <a:off x="15660170" y="4752790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7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7" y="4514852"/>
                </a:lnTo>
                <a:lnTo>
                  <a:pt x="767370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77747">
            <a:off x="15935459" y="5010547"/>
            <a:ext cx="5062044" cy="4189837"/>
            <a:chOff x="0" y="0"/>
            <a:chExt cx="1333213" cy="1103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13" cy="1103496"/>
            </a:xfrm>
            <a:custGeom>
              <a:avLst/>
              <a:gdLst/>
              <a:ahLst/>
              <a:cxnLst/>
              <a:rect r="r" b="b" t="t" l="l"/>
              <a:pathLst>
                <a:path h="1103496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088202"/>
                  </a:lnTo>
                  <a:cubicBezTo>
                    <a:pt x="1333213" y="1092259"/>
                    <a:pt x="1331602" y="1096149"/>
                    <a:pt x="1328734" y="1099017"/>
                  </a:cubicBezTo>
                  <a:cubicBezTo>
                    <a:pt x="1325865" y="1101885"/>
                    <a:pt x="1321975" y="1103496"/>
                    <a:pt x="1317919" y="1103496"/>
                  </a:cubicBezTo>
                  <a:lnTo>
                    <a:pt x="15294" y="1103496"/>
                  </a:lnTo>
                  <a:cubicBezTo>
                    <a:pt x="11238" y="1103496"/>
                    <a:pt x="7348" y="1101885"/>
                    <a:pt x="4480" y="1099017"/>
                  </a:cubicBezTo>
                  <a:cubicBezTo>
                    <a:pt x="1611" y="1096149"/>
                    <a:pt x="0" y="1092259"/>
                    <a:pt x="0" y="1088202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3213" cy="1141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96799">
            <a:off x="14910558" y="309655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77747">
            <a:off x="15483130" y="4101669"/>
            <a:ext cx="5062044" cy="603669"/>
            <a:chOff x="0" y="0"/>
            <a:chExt cx="1333213" cy="158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77747">
            <a:off x="15147467" y="681914"/>
            <a:ext cx="5062044" cy="3536331"/>
            <a:chOff x="0" y="0"/>
            <a:chExt cx="1333213" cy="931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96799">
            <a:off x="-2596120" y="8669762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577747">
            <a:off x="-1286473" y="8720319"/>
            <a:ext cx="5062044" cy="3536331"/>
            <a:chOff x="0" y="0"/>
            <a:chExt cx="1333213" cy="9313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96799">
            <a:off x="-3308549" y="4321770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3" y="0"/>
                </a:lnTo>
                <a:lnTo>
                  <a:pt x="6622703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577747">
            <a:off x="-2002207" y="4339457"/>
            <a:ext cx="5062044" cy="3536331"/>
            <a:chOff x="0" y="0"/>
            <a:chExt cx="1333213" cy="9313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77747">
            <a:off x="2085632" y="3995145"/>
            <a:ext cx="945204" cy="3536331"/>
            <a:chOff x="0" y="0"/>
            <a:chExt cx="248943" cy="9313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77747">
            <a:off x="-472602" y="8931281"/>
            <a:ext cx="945204" cy="3536331"/>
            <a:chOff x="0" y="0"/>
            <a:chExt cx="248943" cy="9313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2870483" y="-23850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693998" y="827424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90405">
            <a:off x="16012484" y="1844786"/>
            <a:ext cx="2493633" cy="1718340"/>
          </a:xfrm>
          <a:custGeom>
            <a:avLst/>
            <a:gdLst/>
            <a:ahLst/>
            <a:cxnLst/>
            <a:rect r="r" b="b" t="t" l="l"/>
            <a:pathLst>
              <a:path h="1718340" w="2493633">
                <a:moveTo>
                  <a:pt x="0" y="0"/>
                </a:moveTo>
                <a:lnTo>
                  <a:pt x="2493632" y="0"/>
                </a:lnTo>
                <a:lnTo>
                  <a:pt x="2493632" y="1718339"/>
                </a:lnTo>
                <a:lnTo>
                  <a:pt x="0" y="17183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704435">
            <a:off x="1174237" y="9021508"/>
            <a:ext cx="1566579" cy="1435556"/>
          </a:xfrm>
          <a:custGeom>
            <a:avLst/>
            <a:gdLst/>
            <a:ahLst/>
            <a:cxnLst/>
            <a:rect r="r" b="b" t="t" l="l"/>
            <a:pathLst>
              <a:path h="1435556" w="1566579">
                <a:moveTo>
                  <a:pt x="0" y="0"/>
                </a:moveTo>
                <a:lnTo>
                  <a:pt x="1566579" y="0"/>
                </a:lnTo>
                <a:lnTo>
                  <a:pt x="1566579" y="1435556"/>
                </a:lnTo>
                <a:lnTo>
                  <a:pt x="0" y="1435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655974">
            <a:off x="-548486" y="5131342"/>
            <a:ext cx="2374977" cy="1990663"/>
          </a:xfrm>
          <a:custGeom>
            <a:avLst/>
            <a:gdLst/>
            <a:ahLst/>
            <a:cxnLst/>
            <a:rect r="r" b="b" t="t" l="l"/>
            <a:pathLst>
              <a:path h="1990663" w="2374977">
                <a:moveTo>
                  <a:pt x="0" y="0"/>
                </a:moveTo>
                <a:lnTo>
                  <a:pt x="2374978" y="0"/>
                </a:lnTo>
                <a:lnTo>
                  <a:pt x="2374978" y="1990662"/>
                </a:lnTo>
                <a:lnTo>
                  <a:pt x="0" y="1990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602952">
            <a:off x="16484083" y="5961322"/>
            <a:ext cx="2479202" cy="2384541"/>
          </a:xfrm>
          <a:custGeom>
            <a:avLst/>
            <a:gdLst/>
            <a:ahLst/>
            <a:cxnLst/>
            <a:rect r="r" b="b" t="t" l="l"/>
            <a:pathLst>
              <a:path h="2384541" w="2479202">
                <a:moveTo>
                  <a:pt x="0" y="0"/>
                </a:moveTo>
                <a:lnTo>
                  <a:pt x="2479202" y="0"/>
                </a:lnTo>
                <a:lnTo>
                  <a:pt x="2479202" y="2384542"/>
                </a:lnTo>
                <a:lnTo>
                  <a:pt x="0" y="23845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3600904" y="3228364"/>
            <a:ext cx="12506978" cy="3041651"/>
            <a:chOff x="0" y="0"/>
            <a:chExt cx="16675971" cy="4055534"/>
          </a:xfrm>
        </p:grpSpPr>
        <p:sp>
          <p:nvSpPr>
            <p:cNvPr name="TextBox 36" id="36"/>
            <p:cNvSpPr txBox="true"/>
            <p:nvPr/>
          </p:nvSpPr>
          <p:spPr>
            <a:xfrm rot="0">
              <a:off x="0" y="257175"/>
              <a:ext cx="11242978" cy="3798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00"/>
                </a:lnSpc>
              </a:pPr>
              <a:r>
                <a:rPr lang="en-US" b="true" sz="20000" spc="400">
                  <a:solidFill>
                    <a:srgbClr val="74A8B3"/>
                  </a:solidFill>
                  <a:latin typeface="Sugo Classic Bold"/>
                  <a:ea typeface="Sugo Classic Bold"/>
                  <a:cs typeface="Sugo Classic Bold"/>
                  <a:sym typeface="Sugo Classic Bold"/>
                </a:rPr>
                <a:t>DE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1360329" y="257175"/>
              <a:ext cx="15315641" cy="37983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0000"/>
                </a:lnSpc>
              </a:pPr>
              <a:r>
                <a:rPr lang="en-US" b="true" sz="20000" spc="400">
                  <a:solidFill>
                    <a:srgbClr val="74A8B3"/>
                  </a:solidFill>
                  <a:latin typeface="Sugo Classic Bold"/>
                  <a:ea typeface="Sugo Classic Bold"/>
                  <a:cs typeface="Sugo Classic Bold"/>
                  <a:sym typeface="Sugo Classic Bold"/>
                </a:rPr>
                <a:t>MO</a:t>
              </a: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8397067" y="6036017"/>
            <a:ext cx="1375931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7" tooltip="https://colab.research.google.com/drive/1mbvObiVvoHUbL8SCjPbQNca2gKQPBDZb?usp=sharing"/>
              </a:rPr>
              <a:t>Colab File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125495" y="6510895"/>
            <a:ext cx="2037010" cy="3727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b="true" sz="2199" u="sng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  <a:hlinkClick r:id="rId18" tooltip="https://drive.google.com/drive/folders/1inmbzxNOOo9El0JMG6_eNyTbbZNYRoCb?usp=sharing"/>
              </a:rPr>
              <a:t>GDrive Folder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4A8B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400131" y="0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0" y="0"/>
                </a:lnTo>
                <a:lnTo>
                  <a:pt x="10320250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-596799">
            <a:off x="13636910" y="5279113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-577747">
            <a:off x="13912200" y="5536870"/>
            <a:ext cx="5062044" cy="4189837"/>
            <a:chOff x="0" y="0"/>
            <a:chExt cx="1333213" cy="110349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33213" cy="1103496"/>
            </a:xfrm>
            <a:custGeom>
              <a:avLst/>
              <a:gdLst/>
              <a:ahLst/>
              <a:cxnLst/>
              <a:rect r="r" b="b" t="t" l="l"/>
              <a:pathLst>
                <a:path h="1103496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088202"/>
                  </a:lnTo>
                  <a:cubicBezTo>
                    <a:pt x="1333213" y="1092259"/>
                    <a:pt x="1331602" y="1096149"/>
                    <a:pt x="1328734" y="1099017"/>
                  </a:cubicBezTo>
                  <a:cubicBezTo>
                    <a:pt x="1325865" y="1101885"/>
                    <a:pt x="1321975" y="1103496"/>
                    <a:pt x="1317919" y="1103496"/>
                  </a:cubicBezTo>
                  <a:lnTo>
                    <a:pt x="15294" y="1103496"/>
                  </a:lnTo>
                  <a:cubicBezTo>
                    <a:pt x="11238" y="1103496"/>
                    <a:pt x="7348" y="1101885"/>
                    <a:pt x="4480" y="1099017"/>
                  </a:cubicBezTo>
                  <a:cubicBezTo>
                    <a:pt x="1611" y="1096149"/>
                    <a:pt x="0" y="1092259"/>
                    <a:pt x="0" y="1088202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333213" cy="1141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true" flipV="false" rot="-596799">
            <a:off x="14910558" y="309655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-577747">
            <a:off x="15483130" y="4101669"/>
            <a:ext cx="5062044" cy="603669"/>
            <a:chOff x="0" y="0"/>
            <a:chExt cx="1333213" cy="158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577747">
            <a:off x="15147467" y="681914"/>
            <a:ext cx="5062044" cy="3536331"/>
            <a:chOff x="0" y="0"/>
            <a:chExt cx="1333213" cy="9313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400175" y="1750583"/>
            <a:ext cx="7743825" cy="13875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9"/>
              </a:lnSpc>
            </a:pPr>
            <a:r>
              <a:rPr lang="en-US" b="true" sz="9999" spc="199">
                <a:solidFill>
                  <a:srgbClr val="F8F3ED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KEY OUTCOMES: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-2057400" y="-2193179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-657225" y="896450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-638553">
            <a:off x="15665539" y="1675256"/>
            <a:ext cx="3187521" cy="2057400"/>
          </a:xfrm>
          <a:custGeom>
            <a:avLst/>
            <a:gdLst/>
            <a:ahLst/>
            <a:cxnLst/>
            <a:rect r="r" b="b" t="t" l="l"/>
            <a:pathLst>
              <a:path h="2057400" w="3187521">
                <a:moveTo>
                  <a:pt x="0" y="0"/>
                </a:moveTo>
                <a:lnTo>
                  <a:pt x="3187522" y="0"/>
                </a:lnTo>
                <a:lnTo>
                  <a:pt x="3187522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-624134">
            <a:off x="15197386" y="6313320"/>
            <a:ext cx="2542674" cy="2533428"/>
          </a:xfrm>
          <a:custGeom>
            <a:avLst/>
            <a:gdLst/>
            <a:ahLst/>
            <a:cxnLst/>
            <a:rect r="r" b="b" t="t" l="l"/>
            <a:pathLst>
              <a:path h="2533428" w="2542674">
                <a:moveTo>
                  <a:pt x="0" y="0"/>
                </a:moveTo>
                <a:lnTo>
                  <a:pt x="2542674" y="0"/>
                </a:lnTo>
                <a:lnTo>
                  <a:pt x="2542674" y="2533428"/>
                </a:lnTo>
                <a:lnTo>
                  <a:pt x="0" y="2533428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735912" y="3444714"/>
            <a:ext cx="12568742" cy="4790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65360" indent="-432680" lvl="1">
              <a:lnSpc>
                <a:spcPts val="5411"/>
              </a:lnSpc>
              <a:buAutoNum type="arabicPeriod" startAt="1"/>
            </a:pPr>
            <a:r>
              <a:rPr lang="en-US" sz="4008" spc="240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Eliminated manual file handling and errors</a:t>
            </a:r>
          </a:p>
          <a:p>
            <a:pPr algn="l" marL="865360" indent="-432680" lvl="1">
              <a:lnSpc>
                <a:spcPts val="5411"/>
              </a:lnSpc>
              <a:buAutoNum type="arabicPeriod" startAt="1"/>
            </a:pPr>
            <a:r>
              <a:rPr lang="en-US" sz="4008" spc="240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Produced clean, consistent, and QC-ready datasets</a:t>
            </a:r>
          </a:p>
          <a:p>
            <a:pPr algn="l" marL="865360" indent="-432680" lvl="1">
              <a:lnSpc>
                <a:spcPts val="5411"/>
              </a:lnSpc>
              <a:buAutoNum type="arabicPeriod" startAt="1"/>
            </a:pPr>
            <a:r>
              <a:rPr lang="en-US" sz="4008" spc="240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Automated reporting outputs with visuals included</a:t>
            </a:r>
          </a:p>
          <a:p>
            <a:pPr algn="l" marL="865360" indent="-432680" lvl="1">
              <a:lnSpc>
                <a:spcPts val="5411"/>
              </a:lnSpc>
              <a:buAutoNum type="arabicPeriod" startAt="1"/>
            </a:pPr>
            <a:r>
              <a:rPr lang="en-US" sz="4008" spc="240">
                <a:solidFill>
                  <a:srgbClr val="F8F3ED"/>
                </a:solidFill>
                <a:latin typeface="Open Sans"/>
                <a:ea typeface="Open Sans"/>
                <a:cs typeface="Open Sans"/>
                <a:sym typeface="Open Sans"/>
              </a:rPr>
              <a:t>Workflow built to handle large, multi-market data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3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732786" y="-16625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0" y="0"/>
                </a:moveTo>
                <a:lnTo>
                  <a:pt x="10320251" y="0"/>
                </a:lnTo>
                <a:lnTo>
                  <a:pt x="10320251" y="10320250"/>
                </a:lnTo>
                <a:lnTo>
                  <a:pt x="0" y="10320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true" flipV="false" rot="0">
            <a:off x="15696990" y="5143500"/>
            <a:ext cx="10320250" cy="10320250"/>
          </a:xfrm>
          <a:custGeom>
            <a:avLst/>
            <a:gdLst/>
            <a:ahLst/>
            <a:cxnLst/>
            <a:rect r="r" b="b" t="t" l="l"/>
            <a:pathLst>
              <a:path h="10320250" w="10320250">
                <a:moveTo>
                  <a:pt x="10320251" y="0"/>
                </a:moveTo>
                <a:lnTo>
                  <a:pt x="0" y="0"/>
                </a:lnTo>
                <a:lnTo>
                  <a:pt x="0" y="10320250"/>
                </a:lnTo>
                <a:lnTo>
                  <a:pt x="10320251" y="10320250"/>
                </a:lnTo>
                <a:lnTo>
                  <a:pt x="1032025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-596799">
            <a:off x="15660170" y="4752790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7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7" y="4514852"/>
                </a:lnTo>
                <a:lnTo>
                  <a:pt x="7673707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-577747">
            <a:off x="15935459" y="5010547"/>
            <a:ext cx="5062044" cy="4189837"/>
            <a:chOff x="0" y="0"/>
            <a:chExt cx="1333213" cy="110349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33213" cy="1103496"/>
            </a:xfrm>
            <a:custGeom>
              <a:avLst/>
              <a:gdLst/>
              <a:ahLst/>
              <a:cxnLst/>
              <a:rect r="r" b="b" t="t" l="l"/>
              <a:pathLst>
                <a:path h="1103496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088202"/>
                  </a:lnTo>
                  <a:cubicBezTo>
                    <a:pt x="1333213" y="1092259"/>
                    <a:pt x="1331602" y="1096149"/>
                    <a:pt x="1328734" y="1099017"/>
                  </a:cubicBezTo>
                  <a:cubicBezTo>
                    <a:pt x="1325865" y="1101885"/>
                    <a:pt x="1321975" y="1103496"/>
                    <a:pt x="1317919" y="1103496"/>
                  </a:cubicBezTo>
                  <a:lnTo>
                    <a:pt x="15294" y="1103496"/>
                  </a:lnTo>
                  <a:cubicBezTo>
                    <a:pt x="11238" y="1103496"/>
                    <a:pt x="7348" y="1101885"/>
                    <a:pt x="4480" y="1099017"/>
                  </a:cubicBezTo>
                  <a:cubicBezTo>
                    <a:pt x="1611" y="1096149"/>
                    <a:pt x="0" y="1092259"/>
                    <a:pt x="0" y="1088202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333213" cy="11415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true" flipV="false" rot="-596799">
            <a:off x="14910558" y="309655"/>
            <a:ext cx="7673707" cy="4514852"/>
          </a:xfrm>
          <a:custGeom>
            <a:avLst/>
            <a:gdLst/>
            <a:ahLst/>
            <a:cxnLst/>
            <a:rect r="r" b="b" t="t" l="l"/>
            <a:pathLst>
              <a:path h="4514852" w="7673707">
                <a:moveTo>
                  <a:pt x="7673708" y="0"/>
                </a:moveTo>
                <a:lnTo>
                  <a:pt x="0" y="0"/>
                </a:lnTo>
                <a:lnTo>
                  <a:pt x="0" y="4514852"/>
                </a:lnTo>
                <a:lnTo>
                  <a:pt x="7673708" y="4514852"/>
                </a:lnTo>
                <a:lnTo>
                  <a:pt x="7673708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-577747">
            <a:off x="15483130" y="4101669"/>
            <a:ext cx="5062044" cy="603669"/>
            <a:chOff x="0" y="0"/>
            <a:chExt cx="1333213" cy="158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3213" cy="158991"/>
            </a:xfrm>
            <a:custGeom>
              <a:avLst/>
              <a:gdLst/>
              <a:ahLst/>
              <a:cxnLst/>
              <a:rect r="r" b="b" t="t" l="l"/>
              <a:pathLst>
                <a:path h="158991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143697"/>
                  </a:lnTo>
                  <a:cubicBezTo>
                    <a:pt x="1333213" y="147753"/>
                    <a:pt x="1331602" y="151643"/>
                    <a:pt x="1328734" y="154511"/>
                  </a:cubicBezTo>
                  <a:cubicBezTo>
                    <a:pt x="1325865" y="157380"/>
                    <a:pt x="1321975" y="158991"/>
                    <a:pt x="1317919" y="158991"/>
                  </a:cubicBezTo>
                  <a:lnTo>
                    <a:pt x="15294" y="158991"/>
                  </a:lnTo>
                  <a:cubicBezTo>
                    <a:pt x="11238" y="158991"/>
                    <a:pt x="7348" y="157380"/>
                    <a:pt x="4480" y="154511"/>
                  </a:cubicBezTo>
                  <a:cubicBezTo>
                    <a:pt x="1611" y="151643"/>
                    <a:pt x="0" y="147753"/>
                    <a:pt x="0" y="143697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33213" cy="19709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577747">
            <a:off x="15147467" y="681914"/>
            <a:ext cx="5062044" cy="3536331"/>
            <a:chOff x="0" y="0"/>
            <a:chExt cx="1333213" cy="9313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-596799">
            <a:off x="-2596120" y="8669762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4" y="0"/>
                </a:lnTo>
                <a:lnTo>
                  <a:pt x="6622704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-577747">
            <a:off x="-1286473" y="8720319"/>
            <a:ext cx="5062044" cy="3536331"/>
            <a:chOff x="0" y="0"/>
            <a:chExt cx="1333213" cy="931379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-596799">
            <a:off x="-3308549" y="4321770"/>
            <a:ext cx="6622704" cy="3896490"/>
          </a:xfrm>
          <a:custGeom>
            <a:avLst/>
            <a:gdLst/>
            <a:ahLst/>
            <a:cxnLst/>
            <a:rect r="r" b="b" t="t" l="l"/>
            <a:pathLst>
              <a:path h="3896490" w="6622704">
                <a:moveTo>
                  <a:pt x="0" y="0"/>
                </a:moveTo>
                <a:lnTo>
                  <a:pt x="6622703" y="0"/>
                </a:lnTo>
                <a:lnTo>
                  <a:pt x="6622703" y="3896490"/>
                </a:lnTo>
                <a:lnTo>
                  <a:pt x="0" y="3896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-577747">
            <a:off x="-2002207" y="4339457"/>
            <a:ext cx="5062044" cy="3536331"/>
            <a:chOff x="0" y="0"/>
            <a:chExt cx="1333213" cy="9313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33213" cy="931379"/>
            </a:xfrm>
            <a:custGeom>
              <a:avLst/>
              <a:gdLst/>
              <a:ahLst/>
              <a:cxnLst/>
              <a:rect r="r" b="b" t="t" l="l"/>
              <a:pathLst>
                <a:path h="931379" w="1333213">
                  <a:moveTo>
                    <a:pt x="15294" y="0"/>
                  </a:moveTo>
                  <a:lnTo>
                    <a:pt x="1317919" y="0"/>
                  </a:lnTo>
                  <a:cubicBezTo>
                    <a:pt x="1321975" y="0"/>
                    <a:pt x="1325865" y="1611"/>
                    <a:pt x="1328734" y="4480"/>
                  </a:cubicBezTo>
                  <a:cubicBezTo>
                    <a:pt x="1331602" y="7348"/>
                    <a:pt x="1333213" y="11238"/>
                    <a:pt x="1333213" y="15294"/>
                  </a:cubicBezTo>
                  <a:lnTo>
                    <a:pt x="1333213" y="916085"/>
                  </a:lnTo>
                  <a:cubicBezTo>
                    <a:pt x="1333213" y="920142"/>
                    <a:pt x="1331602" y="924032"/>
                    <a:pt x="1328734" y="926900"/>
                  </a:cubicBezTo>
                  <a:cubicBezTo>
                    <a:pt x="1325865" y="929768"/>
                    <a:pt x="1321975" y="931379"/>
                    <a:pt x="1317919" y="931379"/>
                  </a:cubicBezTo>
                  <a:lnTo>
                    <a:pt x="15294" y="931379"/>
                  </a:lnTo>
                  <a:cubicBezTo>
                    <a:pt x="11238" y="931379"/>
                    <a:pt x="7348" y="929768"/>
                    <a:pt x="4480" y="926900"/>
                  </a:cubicBezTo>
                  <a:cubicBezTo>
                    <a:pt x="1611" y="924032"/>
                    <a:pt x="0" y="920142"/>
                    <a:pt x="0" y="916085"/>
                  </a:cubicBezTo>
                  <a:lnTo>
                    <a:pt x="0" y="15294"/>
                  </a:lnTo>
                  <a:cubicBezTo>
                    <a:pt x="0" y="11238"/>
                    <a:pt x="1611" y="7348"/>
                    <a:pt x="4480" y="4480"/>
                  </a:cubicBezTo>
                  <a:cubicBezTo>
                    <a:pt x="7348" y="1611"/>
                    <a:pt x="11238" y="0"/>
                    <a:pt x="15294" y="0"/>
                  </a:cubicBezTo>
                  <a:close/>
                </a:path>
              </a:pathLst>
            </a:custGeom>
            <a:solidFill>
              <a:srgbClr val="F8F3ED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33321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-577747">
            <a:off x="2085632" y="3995145"/>
            <a:ext cx="945204" cy="3536331"/>
            <a:chOff x="0" y="0"/>
            <a:chExt cx="248943" cy="9313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-577747">
            <a:off x="-472602" y="8931281"/>
            <a:ext cx="945204" cy="3536331"/>
            <a:chOff x="0" y="0"/>
            <a:chExt cx="248943" cy="9313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48943" cy="931379"/>
            </a:xfrm>
            <a:custGeom>
              <a:avLst/>
              <a:gdLst/>
              <a:ahLst/>
              <a:cxnLst/>
              <a:rect r="r" b="b" t="t" l="l"/>
              <a:pathLst>
                <a:path h="931379" w="248943">
                  <a:moveTo>
                    <a:pt x="81907" y="0"/>
                  </a:moveTo>
                  <a:lnTo>
                    <a:pt x="167035" y="0"/>
                  </a:lnTo>
                  <a:cubicBezTo>
                    <a:pt x="188759" y="0"/>
                    <a:pt x="209592" y="8630"/>
                    <a:pt x="224953" y="23990"/>
                  </a:cubicBezTo>
                  <a:cubicBezTo>
                    <a:pt x="240313" y="39351"/>
                    <a:pt x="248943" y="60184"/>
                    <a:pt x="248943" y="81907"/>
                  </a:cubicBezTo>
                  <a:lnTo>
                    <a:pt x="248943" y="849472"/>
                  </a:lnTo>
                  <a:cubicBezTo>
                    <a:pt x="248943" y="871195"/>
                    <a:pt x="240313" y="892029"/>
                    <a:pt x="224953" y="907389"/>
                  </a:cubicBezTo>
                  <a:cubicBezTo>
                    <a:pt x="209592" y="922750"/>
                    <a:pt x="188759" y="931379"/>
                    <a:pt x="167035" y="931379"/>
                  </a:cubicBezTo>
                  <a:lnTo>
                    <a:pt x="81907" y="931379"/>
                  </a:lnTo>
                  <a:cubicBezTo>
                    <a:pt x="60184" y="931379"/>
                    <a:pt x="39351" y="922750"/>
                    <a:pt x="23990" y="907389"/>
                  </a:cubicBezTo>
                  <a:cubicBezTo>
                    <a:pt x="8630" y="892029"/>
                    <a:pt x="0" y="871195"/>
                    <a:pt x="0" y="849472"/>
                  </a:cubicBezTo>
                  <a:lnTo>
                    <a:pt x="0" y="81907"/>
                  </a:lnTo>
                  <a:cubicBezTo>
                    <a:pt x="0" y="60184"/>
                    <a:pt x="8630" y="39351"/>
                    <a:pt x="23990" y="23990"/>
                  </a:cubicBezTo>
                  <a:cubicBezTo>
                    <a:pt x="39351" y="8630"/>
                    <a:pt x="60184" y="0"/>
                    <a:pt x="81907" y="0"/>
                  </a:cubicBezTo>
                  <a:close/>
                </a:path>
              </a:pathLst>
            </a:custGeom>
            <a:solidFill>
              <a:srgbClr val="D8DCA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248943" cy="969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2870483" y="-238508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693998" y="8274241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-590405">
            <a:off x="16012484" y="1844786"/>
            <a:ext cx="2493633" cy="1718340"/>
          </a:xfrm>
          <a:custGeom>
            <a:avLst/>
            <a:gdLst/>
            <a:ahLst/>
            <a:cxnLst/>
            <a:rect r="r" b="b" t="t" l="l"/>
            <a:pathLst>
              <a:path h="1718340" w="2493633">
                <a:moveTo>
                  <a:pt x="0" y="0"/>
                </a:moveTo>
                <a:lnTo>
                  <a:pt x="2493632" y="0"/>
                </a:lnTo>
                <a:lnTo>
                  <a:pt x="2493632" y="1718339"/>
                </a:lnTo>
                <a:lnTo>
                  <a:pt x="0" y="171833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-704435">
            <a:off x="1174237" y="9021508"/>
            <a:ext cx="1566579" cy="1435556"/>
          </a:xfrm>
          <a:custGeom>
            <a:avLst/>
            <a:gdLst/>
            <a:ahLst/>
            <a:cxnLst/>
            <a:rect r="r" b="b" t="t" l="l"/>
            <a:pathLst>
              <a:path h="1435556" w="1566579">
                <a:moveTo>
                  <a:pt x="0" y="0"/>
                </a:moveTo>
                <a:lnTo>
                  <a:pt x="1566579" y="0"/>
                </a:lnTo>
                <a:lnTo>
                  <a:pt x="1566579" y="1435556"/>
                </a:lnTo>
                <a:lnTo>
                  <a:pt x="0" y="14355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-655974">
            <a:off x="-548486" y="5131342"/>
            <a:ext cx="2374977" cy="1990663"/>
          </a:xfrm>
          <a:custGeom>
            <a:avLst/>
            <a:gdLst/>
            <a:ahLst/>
            <a:cxnLst/>
            <a:rect r="r" b="b" t="t" l="l"/>
            <a:pathLst>
              <a:path h="1990663" w="2374977">
                <a:moveTo>
                  <a:pt x="0" y="0"/>
                </a:moveTo>
                <a:lnTo>
                  <a:pt x="2374978" y="0"/>
                </a:lnTo>
                <a:lnTo>
                  <a:pt x="2374978" y="1990662"/>
                </a:lnTo>
                <a:lnTo>
                  <a:pt x="0" y="1990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-602952">
            <a:off x="16484083" y="5961322"/>
            <a:ext cx="2479202" cy="2384541"/>
          </a:xfrm>
          <a:custGeom>
            <a:avLst/>
            <a:gdLst/>
            <a:ahLst/>
            <a:cxnLst/>
            <a:rect r="r" b="b" t="t" l="l"/>
            <a:pathLst>
              <a:path h="2384541" w="2479202">
                <a:moveTo>
                  <a:pt x="0" y="0"/>
                </a:moveTo>
                <a:lnTo>
                  <a:pt x="2479202" y="0"/>
                </a:lnTo>
                <a:lnTo>
                  <a:pt x="2479202" y="2384542"/>
                </a:lnTo>
                <a:lnTo>
                  <a:pt x="0" y="2384542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927883" y="2807565"/>
            <a:ext cx="8432234" cy="279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b="true" sz="20000" spc="4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THANK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00635" y="4945361"/>
            <a:ext cx="11486731" cy="279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b="true" sz="20000" spc="400">
                <a:solidFill>
                  <a:srgbClr val="74A8B3"/>
                </a:solidFill>
                <a:latin typeface="Sugo Classic Bold"/>
                <a:ea typeface="Sugo Classic Bold"/>
                <a:cs typeface="Sugo Classic Bold"/>
                <a:sym typeface="Sugo Classic Bold"/>
              </a:rPr>
              <a:t>YOU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DAGz2PEbZB4</dc:identifier>
  <dcterms:modified xsi:type="dcterms:W3CDTF">2011-08-01T06:04:30Z</dcterms:modified>
  <cp:revision>1</cp:revision>
  <dc:title>hackaton - team 3</dc:title>
</cp:coreProperties>
</file>